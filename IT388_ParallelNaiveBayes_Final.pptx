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4444"/>
    <a:srgbClr val="B4B8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307683-F528-4545-98BE-6884735B25C7}" v="12" dt="2026-04-25T16:12:58.0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8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stin Hoffman" userId="40d7c2b8f9dba042" providerId="LiveId" clId="{98AE922D-438C-4FBD-AB6F-EAC5EAC34870}"/>
    <pc:docChg chg="undo custSel modSld">
      <pc:chgData name="Justin Hoffman" userId="40d7c2b8f9dba042" providerId="LiveId" clId="{98AE922D-438C-4FBD-AB6F-EAC5EAC34870}" dt="2026-04-25T16:13:00.018" v="1132" actId="20577"/>
      <pc:docMkLst>
        <pc:docMk/>
      </pc:docMkLst>
      <pc:sldChg chg="modSp mod">
        <pc:chgData name="Justin Hoffman" userId="40d7c2b8f9dba042" providerId="LiveId" clId="{98AE922D-438C-4FBD-AB6F-EAC5EAC34870}" dt="2026-04-25T06:05:05.540" v="564" actId="255"/>
        <pc:sldMkLst>
          <pc:docMk/>
          <pc:sldMk cId="0" sldId="256"/>
        </pc:sldMkLst>
        <pc:spChg chg="mod">
          <ac:chgData name="Justin Hoffman" userId="40d7c2b8f9dba042" providerId="LiveId" clId="{98AE922D-438C-4FBD-AB6F-EAC5EAC34870}" dt="2026-04-25T06:04:17.782" v="561" actId="255"/>
          <ac:spMkLst>
            <pc:docMk/>
            <pc:sldMk cId="0" sldId="256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27.980" v="562" actId="255"/>
          <ac:spMkLst>
            <pc:docMk/>
            <pc:sldMk cId="0" sldId="256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53.459" v="563" actId="255"/>
          <ac:spMkLst>
            <pc:docMk/>
            <pc:sldMk cId="0" sldId="256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5:05.540" v="564" actId="255"/>
          <ac:spMkLst>
            <pc:docMk/>
            <pc:sldMk cId="0" sldId="256"/>
            <ac:spMk id="13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16:45.152" v="3" actId="20577"/>
        <pc:sldMkLst>
          <pc:docMk/>
          <pc:sldMk cId="0" sldId="257"/>
        </pc:sldMkLst>
        <pc:spChg chg="mod">
          <ac:chgData name="Justin Hoffman" userId="40d7c2b8f9dba042" providerId="LiveId" clId="{98AE922D-438C-4FBD-AB6F-EAC5EAC34870}" dt="2026-04-25T03:16:45.152" v="3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5:35.548" v="1" actId="2710"/>
          <ac:spMkLst>
            <pc:docMk/>
            <pc:sldMk cId="0" sldId="257"/>
            <ac:spMk id="8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0:35.814" v="90" actId="20577"/>
        <pc:sldMkLst>
          <pc:docMk/>
          <pc:sldMk cId="0" sldId="261"/>
        </pc:sldMkLst>
        <pc:spChg chg="mod">
          <ac:chgData name="Justin Hoffman" userId="40d7c2b8f9dba042" providerId="LiveId" clId="{98AE922D-438C-4FBD-AB6F-EAC5EAC34870}" dt="2026-04-25T03:20:35.814" v="90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9:31.356" v="66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8:17.816" v="24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7:34.938" v="22" actId="2057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8:44.558" v="51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9:18.615" v="63" actId="255"/>
          <ac:spMkLst>
            <pc:docMk/>
            <pc:sldMk cId="0" sldId="261"/>
            <ac:spMk id="15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03:22:11.851" v="178" actId="1035"/>
        <pc:sldMkLst>
          <pc:docMk/>
          <pc:sldMk cId="0" sldId="262"/>
        </pc:sldMkLst>
        <pc:spChg chg="add del mod">
          <ac:chgData name="Justin Hoffman" userId="40d7c2b8f9dba042" providerId="LiveId" clId="{98AE922D-438C-4FBD-AB6F-EAC5EAC34870}" dt="2026-04-25T03:21:06.043" v="129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1:54.748" v="165" actId="14100"/>
          <ac:spMkLst>
            <pc:docMk/>
            <pc:sldMk cId="0" sldId="262"/>
            <ac:spMk id="8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11.851" v="178" actId="1035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02.854" v="170" actId="103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02.854" v="170" actId="1036"/>
          <ac:spMkLst>
            <pc:docMk/>
            <pc:sldMk cId="0" sldId="262"/>
            <ac:spMk id="12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3:10.802" v="184" actId="1035"/>
        <pc:sldMkLst>
          <pc:docMk/>
          <pc:sldMk cId="0" sldId="263"/>
        </pc:sldMkLst>
        <pc:spChg chg="mod">
          <ac:chgData name="Justin Hoffman" userId="40d7c2b8f9dba042" providerId="LiveId" clId="{98AE922D-438C-4FBD-AB6F-EAC5EAC34870}" dt="2026-04-25T03:23:10.802" v="184" actId="1035"/>
          <ac:spMkLst>
            <pc:docMk/>
            <pc:sldMk cId="0" sldId="263"/>
            <ac:spMk id="8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10.802" v="184" actId="1035"/>
          <ac:spMkLst>
            <pc:docMk/>
            <pc:sldMk cId="0" sldId="263"/>
            <ac:spMk id="9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3:52.743" v="194" actId="1036"/>
        <pc:sldMkLst>
          <pc:docMk/>
          <pc:sldMk cId="0" sldId="264"/>
        </pc:sldMkLst>
        <pc:spChg chg="mod">
          <ac:chgData name="Justin Hoffman" userId="40d7c2b8f9dba042" providerId="LiveId" clId="{98AE922D-438C-4FBD-AB6F-EAC5EAC34870}" dt="2026-04-25T03:23:30.697" v="185" actId="255"/>
          <ac:spMkLst>
            <pc:docMk/>
            <pc:sldMk cId="0" sldId="264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52.743" v="194" actId="1036"/>
          <ac:spMkLst>
            <pc:docMk/>
            <pc:sldMk cId="0" sldId="264"/>
            <ac:spMk id="6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52.743" v="194" actId="1036"/>
          <ac:spMkLst>
            <pc:docMk/>
            <pc:sldMk cId="0" sldId="264"/>
            <ac:spMk id="8" creationId="{00000000-0000-0000-0000-000000000000}"/>
          </ac:spMkLst>
        </pc:spChg>
        <pc:graphicFrameChg chg="mod">
          <ac:chgData name="Justin Hoffman" userId="40d7c2b8f9dba042" providerId="LiveId" clId="{98AE922D-438C-4FBD-AB6F-EAC5EAC34870}" dt="2026-04-25T03:23:52.743" v="194" actId="1036"/>
          <ac:graphicFrameMkLst>
            <pc:docMk/>
            <pc:sldMk cId="0" sldId="264"/>
            <ac:graphicFrameMk id="7" creationId="{00000000-0000-0000-0000-000000000000}"/>
          </ac:graphicFrameMkLst>
        </pc:graphicFrameChg>
        <pc:graphicFrameChg chg="mod">
          <ac:chgData name="Justin Hoffman" userId="40d7c2b8f9dba042" providerId="LiveId" clId="{98AE922D-438C-4FBD-AB6F-EAC5EAC34870}" dt="2026-04-25T03:23:52.743" v="194" actId="1036"/>
          <ac:graphicFrameMkLst>
            <pc:docMk/>
            <pc:sldMk cId="0" sldId="264"/>
            <ac:graphicFrameMk id="9" creationId="{00000000-0000-0000-0000-000000000000}"/>
          </ac:graphicFrameMkLst>
        </pc:graphicFrameChg>
      </pc:sldChg>
      <pc:sldChg chg="addSp delSp modSp mod">
        <pc:chgData name="Justin Hoffman" userId="40d7c2b8f9dba042" providerId="LiveId" clId="{98AE922D-438C-4FBD-AB6F-EAC5EAC34870}" dt="2026-04-25T15:38:59.052" v="586" actId="20577"/>
        <pc:sldMkLst>
          <pc:docMk/>
          <pc:sldMk cId="0" sldId="265"/>
        </pc:sldMkLst>
        <pc:spChg chg="mod">
          <ac:chgData name="Justin Hoffman" userId="40d7c2b8f9dba042" providerId="LiveId" clId="{98AE922D-438C-4FBD-AB6F-EAC5EAC34870}" dt="2026-04-25T15:38:59.052" v="586" actId="20577"/>
          <ac:spMkLst>
            <pc:docMk/>
            <pc:sldMk cId="0" sldId="265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37:45.291" v="565" actId="478"/>
          <ac:picMkLst>
            <pc:docMk/>
            <pc:sldMk cId="0" sldId="265"/>
            <ac:picMk id="7" creationId="{9A33AA82-E404-BD11-D965-434A29583627}"/>
          </ac:picMkLst>
        </pc:picChg>
        <pc:picChg chg="add mod">
          <ac:chgData name="Justin Hoffman" userId="40d7c2b8f9dba042" providerId="LiveId" clId="{98AE922D-438C-4FBD-AB6F-EAC5EAC34870}" dt="2026-04-25T15:38:48.811" v="582" actId="1036"/>
          <ac:picMkLst>
            <pc:docMk/>
            <pc:sldMk cId="0" sldId="265"/>
            <ac:picMk id="8" creationId="{9743B7A9-4CED-8A57-1729-02A735DD604C}"/>
          </ac:picMkLst>
        </pc:picChg>
        <pc:picChg chg="del">
          <ac:chgData name="Justin Hoffman" userId="40d7c2b8f9dba042" providerId="LiveId" clId="{98AE922D-438C-4FBD-AB6F-EAC5EAC34870}" dt="2026-04-25T05:44:48.433" v="229" actId="478"/>
          <ac:picMkLst>
            <pc:docMk/>
            <pc:sldMk cId="0" sldId="265"/>
            <ac:picMk id="8" creationId="{C17DBEBD-5221-C0D1-E014-31084F4E31E8}"/>
          </ac:picMkLst>
        </pc:picChg>
      </pc:sldChg>
      <pc:sldChg chg="addSp delSp modSp mod">
        <pc:chgData name="Justin Hoffman" userId="40d7c2b8f9dba042" providerId="LiveId" clId="{98AE922D-438C-4FBD-AB6F-EAC5EAC34870}" dt="2026-04-25T03:25:51.287" v="212" actId="1036"/>
        <pc:sldMkLst>
          <pc:docMk/>
          <pc:sldMk cId="0" sldId="267"/>
        </pc:sldMkLst>
        <pc:picChg chg="add mod">
          <ac:chgData name="Justin Hoffman" userId="40d7c2b8f9dba042" providerId="LiveId" clId="{98AE922D-438C-4FBD-AB6F-EAC5EAC34870}" dt="2026-04-25T03:25:51.287" v="212" actId="1036"/>
          <ac:picMkLst>
            <pc:docMk/>
            <pc:sldMk cId="0" sldId="267"/>
            <ac:picMk id="7" creationId="{724C75C2-3116-4E8F-379A-10ED380FD106}"/>
          </ac:picMkLst>
        </pc:picChg>
        <pc:picChg chg="del">
          <ac:chgData name="Justin Hoffman" userId="40d7c2b8f9dba042" providerId="LiveId" clId="{98AE922D-438C-4FBD-AB6F-EAC5EAC34870}" dt="2026-04-25T03:24:58.339" v="195" actId="478"/>
          <ac:picMkLst>
            <pc:docMk/>
            <pc:sldMk cId="0" sldId="267"/>
            <ac:picMk id="8" creationId="{203D6C79-AC04-3E12-630F-105467DA58CE}"/>
          </ac:picMkLst>
        </pc:picChg>
      </pc:sldChg>
      <pc:sldChg chg="addSp delSp modSp mod">
        <pc:chgData name="Justin Hoffman" userId="40d7c2b8f9dba042" providerId="LiveId" clId="{98AE922D-438C-4FBD-AB6F-EAC5EAC34870}" dt="2026-04-25T15:40:23.159" v="611" actId="20577"/>
        <pc:sldMkLst>
          <pc:docMk/>
          <pc:sldMk cId="0" sldId="272"/>
        </pc:sldMkLst>
        <pc:spChg chg="mod">
          <ac:chgData name="Justin Hoffman" userId="40d7c2b8f9dba042" providerId="LiveId" clId="{98AE922D-438C-4FBD-AB6F-EAC5EAC34870}" dt="2026-04-25T15:40:23.159" v="611" actId="20577"/>
          <ac:spMkLst>
            <pc:docMk/>
            <pc:sldMk cId="0" sldId="272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39:32.142" v="587" actId="478"/>
          <ac:picMkLst>
            <pc:docMk/>
            <pc:sldMk cId="0" sldId="272"/>
            <ac:picMk id="7" creationId="{083752D7-754F-A049-0247-EBA9365B10BC}"/>
          </ac:picMkLst>
        </pc:picChg>
        <pc:picChg chg="del">
          <ac:chgData name="Justin Hoffman" userId="40d7c2b8f9dba042" providerId="LiveId" clId="{98AE922D-438C-4FBD-AB6F-EAC5EAC34870}" dt="2026-04-25T05:49:40.020" v="346" actId="478"/>
          <ac:picMkLst>
            <pc:docMk/>
            <pc:sldMk cId="0" sldId="272"/>
            <ac:picMk id="8" creationId="{99ECF0B6-053B-E4DF-ED2F-D6A5BD36A68F}"/>
          </ac:picMkLst>
        </pc:picChg>
        <pc:picChg chg="add mod">
          <ac:chgData name="Justin Hoffman" userId="40d7c2b8f9dba042" providerId="LiveId" clId="{98AE922D-438C-4FBD-AB6F-EAC5EAC34870}" dt="2026-04-25T15:40:03.356" v="603" actId="1036"/>
          <ac:picMkLst>
            <pc:docMk/>
            <pc:sldMk cId="0" sldId="272"/>
            <ac:picMk id="8" creationId="{DE644991-4434-58E9-21C4-A6CB90D28B55}"/>
          </ac:picMkLst>
        </pc:picChg>
      </pc:sldChg>
      <pc:sldChg chg="addSp delSp modSp mod">
        <pc:chgData name="Justin Hoffman" userId="40d7c2b8f9dba042" providerId="LiveId" clId="{98AE922D-438C-4FBD-AB6F-EAC5EAC34870}" dt="2026-04-25T15:41:48.700" v="637" actId="20577"/>
        <pc:sldMkLst>
          <pc:docMk/>
          <pc:sldMk cId="0" sldId="273"/>
        </pc:sldMkLst>
        <pc:spChg chg="mod">
          <ac:chgData name="Justin Hoffman" userId="40d7c2b8f9dba042" providerId="LiveId" clId="{98AE922D-438C-4FBD-AB6F-EAC5EAC34870}" dt="2026-04-25T15:41:48.700" v="637" actId="20577"/>
          <ac:spMkLst>
            <pc:docMk/>
            <pc:sldMk cId="0" sldId="273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0:28.825" v="612" actId="478"/>
          <ac:picMkLst>
            <pc:docMk/>
            <pc:sldMk cId="0" sldId="273"/>
            <ac:picMk id="7" creationId="{65775446-E8F4-0502-500D-C4A798DC643A}"/>
          </ac:picMkLst>
        </pc:picChg>
        <pc:picChg chg="add mod">
          <ac:chgData name="Justin Hoffman" userId="40d7c2b8f9dba042" providerId="LiveId" clId="{98AE922D-438C-4FBD-AB6F-EAC5EAC34870}" dt="2026-04-25T15:41:07.119" v="627" actId="1036"/>
          <ac:picMkLst>
            <pc:docMk/>
            <pc:sldMk cId="0" sldId="273"/>
            <ac:picMk id="8" creationId="{3CF88791-8208-521D-4CB7-33B57ECE7FC1}"/>
          </ac:picMkLst>
        </pc:picChg>
        <pc:picChg chg="del">
          <ac:chgData name="Justin Hoffman" userId="40d7c2b8f9dba042" providerId="LiveId" clId="{98AE922D-438C-4FBD-AB6F-EAC5EAC34870}" dt="2026-04-25T05:50:35.808" v="369" actId="478"/>
          <ac:picMkLst>
            <pc:docMk/>
            <pc:sldMk cId="0" sldId="273"/>
            <ac:picMk id="8" creationId="{7FBC32C6-F401-1DDE-997E-2D9C2EEB874D}"/>
          </ac:picMkLst>
        </pc:picChg>
      </pc:sldChg>
      <pc:sldChg chg="addSp delSp modSp mod">
        <pc:chgData name="Justin Hoffman" userId="40d7c2b8f9dba042" providerId="LiveId" clId="{98AE922D-438C-4FBD-AB6F-EAC5EAC34870}" dt="2026-04-25T15:42:34.483" v="654" actId="1036"/>
        <pc:sldMkLst>
          <pc:docMk/>
          <pc:sldMk cId="0" sldId="274"/>
        </pc:sldMkLst>
        <pc:spChg chg="mod">
          <ac:chgData name="Justin Hoffman" userId="40d7c2b8f9dba042" providerId="LiveId" clId="{98AE922D-438C-4FBD-AB6F-EAC5EAC34870}" dt="2026-04-25T05:53:46.844" v="406" actId="20577"/>
          <ac:spMkLst>
            <pc:docMk/>
            <pc:sldMk cId="0" sldId="274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2:06.196" v="638" actId="478"/>
          <ac:picMkLst>
            <pc:docMk/>
            <pc:sldMk cId="0" sldId="274"/>
            <ac:picMk id="7" creationId="{E069DFBF-5372-9C63-1447-698621E56998}"/>
          </ac:picMkLst>
        </pc:picChg>
        <pc:picChg chg="del">
          <ac:chgData name="Justin Hoffman" userId="40d7c2b8f9dba042" providerId="LiveId" clId="{98AE922D-438C-4FBD-AB6F-EAC5EAC34870}" dt="2026-04-25T05:53:49.332" v="407" actId="478"/>
          <ac:picMkLst>
            <pc:docMk/>
            <pc:sldMk cId="0" sldId="274"/>
            <ac:picMk id="8" creationId="{26A6BC54-E04E-FD32-3BEC-14DADFF9E005}"/>
          </ac:picMkLst>
        </pc:picChg>
        <pc:picChg chg="add mod">
          <ac:chgData name="Justin Hoffman" userId="40d7c2b8f9dba042" providerId="LiveId" clId="{98AE922D-438C-4FBD-AB6F-EAC5EAC34870}" dt="2026-04-25T15:42:34.483" v="654" actId="1036"/>
          <ac:picMkLst>
            <pc:docMk/>
            <pc:sldMk cId="0" sldId="274"/>
            <ac:picMk id="8" creationId="{29564311-76F5-EB79-1A98-6F93BE84AD6E}"/>
          </ac:picMkLst>
        </pc:picChg>
      </pc:sldChg>
      <pc:sldChg chg="addSp delSp modSp mod">
        <pc:chgData name="Justin Hoffman" userId="40d7c2b8f9dba042" providerId="LiveId" clId="{98AE922D-438C-4FBD-AB6F-EAC5EAC34870}" dt="2026-04-25T15:46:06.824" v="855" actId="20577"/>
        <pc:sldMkLst>
          <pc:docMk/>
          <pc:sldMk cId="0" sldId="275"/>
        </pc:sldMkLst>
        <pc:spChg chg="mod">
          <ac:chgData name="Justin Hoffman" userId="40d7c2b8f9dba042" providerId="LiveId" clId="{98AE922D-438C-4FBD-AB6F-EAC5EAC34870}" dt="2026-04-25T15:46:06.824" v="855" actId="20577"/>
          <ac:spMkLst>
            <pc:docMk/>
            <pc:sldMk cId="0" sldId="275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2:55.257" v="655" actId="478"/>
          <ac:picMkLst>
            <pc:docMk/>
            <pc:sldMk cId="0" sldId="275"/>
            <ac:picMk id="7" creationId="{F9B89590-A228-D295-EB5D-16DAA53BCE49}"/>
          </ac:picMkLst>
        </pc:picChg>
        <pc:picChg chg="add mod">
          <ac:chgData name="Justin Hoffman" userId="40d7c2b8f9dba042" providerId="LiveId" clId="{98AE922D-438C-4FBD-AB6F-EAC5EAC34870}" dt="2026-04-25T15:43:27.612" v="679" actId="1036"/>
          <ac:picMkLst>
            <pc:docMk/>
            <pc:sldMk cId="0" sldId="275"/>
            <ac:picMk id="8" creationId="{88C5AA48-6CB4-FC70-7292-9F25A73D566F}"/>
          </ac:picMkLst>
        </pc:picChg>
        <pc:picChg chg="del">
          <ac:chgData name="Justin Hoffman" userId="40d7c2b8f9dba042" providerId="LiveId" clId="{98AE922D-438C-4FBD-AB6F-EAC5EAC34870}" dt="2026-04-25T05:54:33.842" v="426" actId="478"/>
          <ac:picMkLst>
            <pc:docMk/>
            <pc:sldMk cId="0" sldId="275"/>
            <ac:picMk id="8" creationId="{C2417921-B87D-1463-BEA4-B2F6BE87ED1C}"/>
          </ac:picMkLst>
        </pc:picChg>
      </pc:sldChg>
      <pc:sldChg chg="addSp delSp modSp mod">
        <pc:chgData name="Justin Hoffman" userId="40d7c2b8f9dba042" providerId="LiveId" clId="{98AE922D-438C-4FBD-AB6F-EAC5EAC34870}" dt="2026-04-25T15:48:54.947" v="916" actId="20577"/>
        <pc:sldMkLst>
          <pc:docMk/>
          <pc:sldMk cId="0" sldId="276"/>
        </pc:sldMkLst>
        <pc:spChg chg="mod">
          <ac:chgData name="Justin Hoffman" userId="40d7c2b8f9dba042" providerId="LiveId" clId="{98AE922D-438C-4FBD-AB6F-EAC5EAC34870}" dt="2026-04-25T15:48:54.947" v="916" actId="20577"/>
          <ac:spMkLst>
            <pc:docMk/>
            <pc:sldMk cId="0" sldId="276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6:12.037" v="856" actId="478"/>
          <ac:picMkLst>
            <pc:docMk/>
            <pc:sldMk cId="0" sldId="276"/>
            <ac:picMk id="7" creationId="{93FC38FF-76EF-28DD-4412-45A940D6F962}"/>
          </ac:picMkLst>
        </pc:picChg>
        <pc:picChg chg="add del mod">
          <ac:chgData name="Justin Hoffman" userId="40d7c2b8f9dba042" providerId="LiveId" clId="{98AE922D-438C-4FBD-AB6F-EAC5EAC34870}" dt="2026-04-25T15:47:22.203" v="874" actId="478"/>
          <ac:picMkLst>
            <pc:docMk/>
            <pc:sldMk cId="0" sldId="276"/>
            <ac:picMk id="8" creationId="{435E1758-73DB-E68E-6017-FA00C9AE262B}"/>
          </ac:picMkLst>
        </pc:picChg>
        <pc:picChg chg="del">
          <ac:chgData name="Justin Hoffman" userId="40d7c2b8f9dba042" providerId="LiveId" clId="{98AE922D-438C-4FBD-AB6F-EAC5EAC34870}" dt="2026-04-25T05:57:09.814" v="464" actId="478"/>
          <ac:picMkLst>
            <pc:docMk/>
            <pc:sldMk cId="0" sldId="276"/>
            <ac:picMk id="8" creationId="{591D2A93-C132-774C-24E3-8E4C73C2DC2C}"/>
          </ac:picMkLst>
        </pc:picChg>
        <pc:picChg chg="add mod">
          <ac:chgData name="Justin Hoffman" userId="40d7c2b8f9dba042" providerId="LiveId" clId="{98AE922D-438C-4FBD-AB6F-EAC5EAC34870}" dt="2026-04-25T15:48:01.419" v="890" actId="1036"/>
          <ac:picMkLst>
            <pc:docMk/>
            <pc:sldMk cId="0" sldId="276"/>
            <ac:picMk id="10" creationId="{8978B677-D81D-C778-2E62-0DAE6A7DFC1F}"/>
          </ac:picMkLst>
        </pc:picChg>
      </pc:sldChg>
      <pc:sldChg chg="addSp modSp mod">
        <pc:chgData name="Justin Hoffman" userId="40d7c2b8f9dba042" providerId="LiveId" clId="{98AE922D-438C-4FBD-AB6F-EAC5EAC34870}" dt="2026-04-25T16:13:00.018" v="1132" actId="20577"/>
        <pc:sldMkLst>
          <pc:docMk/>
          <pc:sldMk cId="0" sldId="277"/>
        </pc:sldMkLst>
        <pc:spChg chg="mod">
          <ac:chgData name="Justin Hoffman" userId="40d7c2b8f9dba042" providerId="LiveId" clId="{98AE922D-438C-4FBD-AB6F-EAC5EAC34870}" dt="2026-04-25T15:49:26.784" v="924" actId="20577"/>
          <ac:spMkLst>
            <pc:docMk/>
            <pc:sldMk cId="0" sldId="277"/>
            <ac:spMk id="9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04:57.589" v="1048"/>
          <ac:spMkLst>
            <pc:docMk/>
            <pc:sldMk cId="0" sldId="277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09:52.741" v="1114" actId="20577"/>
          <ac:spMkLst>
            <pc:docMk/>
            <pc:sldMk cId="0" sldId="277"/>
            <ac:spMk id="12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13:00.018" v="1132" actId="20577"/>
          <ac:spMkLst>
            <pc:docMk/>
            <pc:sldMk cId="0" sldId="277"/>
            <ac:spMk id="15" creationId="{00000000-0000-0000-0000-000000000000}"/>
          </ac:spMkLst>
        </pc:spChg>
        <pc:spChg chg="add">
          <ac:chgData name="Justin Hoffman" userId="40d7c2b8f9dba042" providerId="LiveId" clId="{98AE922D-438C-4FBD-AB6F-EAC5EAC34870}" dt="2026-04-25T16:03:35.541" v="1033"/>
          <ac:spMkLst>
            <pc:docMk/>
            <pc:sldMk cId="0" sldId="277"/>
            <ac:spMk id="16" creationId="{37F4185E-2CE2-A867-5B5D-8DE793910520}"/>
          </ac:spMkLst>
        </pc:spChg>
        <pc:spChg chg="add">
          <ac:chgData name="Justin Hoffman" userId="40d7c2b8f9dba042" providerId="LiveId" clId="{98AE922D-438C-4FBD-AB6F-EAC5EAC34870}" dt="2026-04-25T16:10:19.957" v="1115"/>
          <ac:spMkLst>
            <pc:docMk/>
            <pc:sldMk cId="0" sldId="277"/>
            <ac:spMk id="17" creationId="{13A048EB-EEB4-4AAC-F0EC-0A57623D43C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684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9.11x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6344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58368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64008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Naive Bayes Classifier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3200400" y="1737360"/>
            <a:ext cx="2743200" cy="36576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1874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388  Parallel Processing  |  Spring 2026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2331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 Hoffman   Brady Davidson   Daniel Sevik   Nathan Wolniak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Classifier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3891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are integer-coded categories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classification processed row by row: no dependencies between rows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cross-validation: split data into 5 parts, train on 4, test on 1, rotate and repeat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metrics reported: accuracy and confusion matrix per fold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probabilities for numerical stability; Laplace smoothing (alpha=1.0) for unseen values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937760" y="868680"/>
            <a:ext cx="3931920" cy="914400"/>
          </a:xfrm>
          <a:prstGeom prst="roundRect">
            <a:avLst>
              <a:gd name="adj" fmla="val 12000"/>
            </a:avLst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0" y="8686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P(y | x₁...xₙ) =</a:t>
            </a:r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P(y) ∏ P(xᵢ | y)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37760" y="1874520"/>
            <a:ext cx="3931920" cy="1554480"/>
          </a:xfrm>
          <a:prstGeom prst="roundRect">
            <a:avLst>
              <a:gd name="adj" fmla="val 7059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74920" y="18745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P(y)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count(y) / N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P(xᵢ | y)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count(xᵢ, y) / count(y)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argmax [ log P(y) + Σ log P(xᵢ|y) 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352044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4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test sets are drawn from the same data. Accuracy will be artificially high. This is a parallel computing performance exercise, not a production ML system.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1920240"/>
          </a:xfrm>
          <a:prstGeom prst="roundRect">
            <a:avLst>
              <a:gd name="adj" fmla="val 4762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ML Repository, CDC BRFSS 2015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253k rows, 21 binary/categorical features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BMI, age, smoking, cholesterol, blood pressure, and more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positive / negative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926080"/>
            <a:ext cx="4023360" cy="1691640"/>
          </a:xfrm>
          <a:prstGeom prst="roundRect">
            <a:avLst>
              <a:gd name="adj" fmla="val 5405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 Dataset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319272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Alex Teboul, CDC BRFSS 2015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~3,500 rows, similar feature set to diabetes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verification only, not used for scaling tests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914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38928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diabetes_csv.py  /  heart_csv.py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38928" y="16276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Python scripts, one per dataset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28032" y="173736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38928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encoding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38928" y="25877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converted to categorical integer values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28032" y="269748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29184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38928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diabetes data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38928" y="35478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Resampled to generate 20k, 100k, 500k, and 1m variants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28032" y="365760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425196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38928" y="42062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three files per dataset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38928" y="45079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metadata.csv  |  labeled.csv  |  unlabeled.csv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Algorithm: nb_classifier.c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1243584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435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207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48132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metadata, labeled, and unlabeled CSVs into memory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" y="1591056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20116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197510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224942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(feature, class) counts, convert to log probabilities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9768" y="2359152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27797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5-fold: train on k-1 folds, score held-out fold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" y="3127248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547872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5478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35112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" y="37856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unlabeled rows against log probs, return argmax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" y="3895344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4315968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4279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output CSV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" y="455371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predicted class as final column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Parallelism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754880" y="1188720"/>
            <a:ext cx="4114800" cy="438912"/>
          </a:xfrm>
          <a:prstGeom prst="roundRect">
            <a:avLst>
              <a:gd name="adj" fmla="val 1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1188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accumulate_counts_range(data, start, end, ...)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1700784"/>
            <a:ext cx="4114800" cy="438912"/>
          </a:xfrm>
          <a:prstGeom prst="roundRect">
            <a:avLst>
              <a:gd name="adj" fmla="val 1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0" y="170078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 offset[j] + class * values[j] + value_idx ]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2212848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row range: any partition scheme without code changes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1D probability array: cache-friendly and trivially reducible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log_probs is read-only during classification: zero contention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phases timed independently with omp_get_wtime()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Parallelized Functions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functions parallelized across 3 phases, file I/O intentionally left serial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8595360" cy="3794760"/>
          </a:xfrm>
          <a:prstGeom prst="roundRect">
            <a:avLst>
              <a:gd name="adj" fmla="val 2892"/>
            </a:avLst>
          </a:prstGeom>
          <a:solidFill>
            <a:srgbClr val="F0F7FF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(k = 5 folds)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153619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D0E4F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53619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1838" y="1536192"/>
            <a:ext cx="215584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fold train/test splits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153619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D0E4F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18888" y="1536192"/>
            <a:ext cx="230066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confusion_matrix_binary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48150" y="1536192"/>
            <a:ext cx="115576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TN/FP/FN/TP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121408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A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1762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" y="252374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25786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accumulate_counts_range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" y="28346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(feature, class) occurrences over a row range.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621024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converted to log probabilities with Laplace smoothing after reduction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09160" y="2121408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A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1762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864608" y="25237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25603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classify_dataset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10912" y="27980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rows against log probs.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64608" y="32095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10912" y="32461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build_truth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10912" y="34838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true labels from final column.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64608" y="38953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10912" y="39319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compute_accuracy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10912" y="41696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correct predictions.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array reduction, private copies per thread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for, no contention on predictions[i]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parallel for, each thread writes truth[i]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compute_accuracy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 with reduction(+:correct)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 with local TN/FP/FN/TP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for, distinct destination rows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loop stays serial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parallelism lives inside each fold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schedule(static default)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uniform work per row.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448056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480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design enabled this, row ranges, flat arrays, and read-only log_probs required minimal changes.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8412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Pragmas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16128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accumulation  array reduction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138988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389888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(+:class_counts[:C]) \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(+:feature_counts[:P])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248716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46320" y="2715768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271576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rows; i++)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predictions[i]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classify_row(...);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60273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reduction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3831336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83480" y="3831336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(+:correct)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n; i++)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 == pred[i])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correct++;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reads all data, broadcasts full dataset via MPI_Bcast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rank processes its row slice, MPI_Allreduce sums counts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rank classifies its slice, MPI_Allgatherv assembles predictions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rank extracts its label slice, MPI_Allgatherv reassembles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compute_accuracy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local correct count summed with MPI_Allreduce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rank copies its slice, MPI_Allgatherv reassembles full split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local TN/FP/FN/TP counts reduced to rank 0 with MPI_Reduce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8412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Functions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46320" y="116128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389888"/>
            <a:ext cx="4023360" cy="118872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0" y="1389888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rank copies its slice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local_rows; i++)
</a:t>
            </a:r>
            <a:r>
              <a:rPr lang="en-US" sz="10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memcpy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(&amp;local_dest[i*cols], &amp;src[...]);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MPI_Allgatherv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(local_dest, local_rows*cols,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MPI_INT, dest, counts, displ,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MPI_INT, WORLD);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46320" y="263575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2864358"/>
            <a:ext cx="4023360" cy="2103120"/>
          </a:xfrm>
          <a:prstGeom prst="roundRect">
            <a:avLst>
              <a:gd name="adj" fmla="val 3636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2864358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rank counts its slice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local_n; i++) {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(truth[i]==0 &amp;&amp; pred[i]==0) </a:t>
            </a:r>
            <a:r>
              <a:rPr lang="en-US" sz="10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(truth[i]==1 &amp;&amp; pred[i]==1) </a:t>
            </a:r>
            <a:r>
              <a:rPr lang="en-US" sz="10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fp, fn ...
}
</a:t>
            </a:r>
            <a:r>
              <a:rPr lang="en-US" sz="10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MPI_Reduce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(local, global, 4, MPI_INT,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MPI_SUM,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MPI_COMM_WORLD);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distributes row partitions across nodes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parallelizes loops within each rank's slice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levels of parallelism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inter-node via MPI, intra-node via OMP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CV structure as MPI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fold loop serial, copy_rows and confusion_matrix_binary use MPI collectives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mpiexec -n &lt;procs&gt; ./nb_hybrid ... &lt;threads&gt;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design paid off twice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row ranges and flat arrays enabled both MPI and OMP with minimal changes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54880" y="84124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MPI + OMP cooperating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12545" y="1144658"/>
            <a:ext cx="4114800" cy="3846441"/>
          </a:xfrm>
          <a:prstGeom prst="roundRect">
            <a:avLst>
              <a:gd name="adj" fmla="val 259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307658"/>
            <a:ext cx="384048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MPI: each rank computes its row slice
</a:t>
            </a: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MPI_Comm_rank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(MPI_COMM_WORLD, &amp;rank);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local_start = start + rank * (total/size);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local_end   = local_start + (total/size);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OMP: threads parallelize within this rank's slice
</a:t>
            </a:r>
            <a:r>
              <a:rPr lang="en-US" sz="11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 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(static) \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(+:class_counts[:C]) \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(+:feature_counts[:P])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local_start; i &lt; local_end; i++) {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accumulate counts ...
}
// MPI: sum all rank counts into global totals
</a:t>
            </a:r>
            <a:r>
              <a:rPr lang="en-US" sz="11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MPI_Allreduce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(local_class, class_counts,
  C, MPI_LONG_LONG, MPI_SUM, WORLD);
</a:t>
            </a:r>
            <a:r>
              <a:rPr lang="en-US" sz="11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MPI_Allreduce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(local_feat, feature_counts,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P, MPI_LONG_LONG, MPI_SUM, WORLD);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50392"/>
            <a:ext cx="8412480" cy="1209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two systems: ISU Linux Cluster and SDSC Expanse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phase: each configuration run 5 times and averaged</a:t>
            </a:r>
            <a:endParaRPr lang="en-US" dirty="0"/>
          </a:p>
          <a:p>
            <a:pPr marL="342900" indent="-342900">
              <a:buSzPct val="100000"/>
              <a:buChar char="•"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" y="1945747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 (SDSC)</a:t>
            </a:r>
            <a:endParaRPr lang="en-US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466758"/>
              </p:ext>
            </p:extLst>
          </p:nvPr>
        </p:nvGraphicFramePr>
        <p:xfrm>
          <a:off x="228600" y="2201779"/>
          <a:ext cx="4114800" cy="24688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 implementations on heart dataset, 1 run 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Scaling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1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Serial, OMP 8t, MPI 8p, Hybrid 2p×4t — once each at 20k, 100k, 500k, 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C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OMP: 1,2,4,8,16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MPI: 1,2,4,8,16 procs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all proc×thread combos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runs each,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C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00600" y="1945747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 (ISU)</a:t>
            </a:r>
            <a:endParaRPr lang="en-US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568789"/>
              </p:ext>
            </p:extLst>
          </p:nvPr>
        </p:nvGraphicFramePr>
        <p:xfrm>
          <a:off x="4800600" y="2201779"/>
          <a:ext cx="4114800" cy="24688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 implementations on heart dataset, 1 run 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Scaling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Serial, OMP 8t, MPI 8p, Hybrid 2p×4t — once each at 20k, 100k, 500k, 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OMP: 1,2,4,8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MPI: 1,2,4,8 procs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all proc×thread combos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runs each,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</a:rPr>
              <a:t>Scales to 8.41x at 16 threads. Efficiency stays above 0.8 through 4 threads.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</a:rPr>
              <a:t>Tops out at 3.62x at 8 threads due to fewer cores and higher thread overhead.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43B7A9-4CED-8A57-1729-02A735DD6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00" y="2100432"/>
            <a:ext cx="6943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peaks at 4 procs (1.88x) then regresses back near serial.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moves off 1x across all counts. Something is limiting MPI performance.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55D704-6178-4EE9-0FC2-B3BF1EE42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52" y="2098590"/>
            <a:ext cx="6976295" cy="29398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6.18x at 8p x 16t. The 16p x 16t corner collapses to 0.59x due to overhead.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Peaks at 2.9x at 1p x 8t. Adding more processes hurts.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4C75C2-3116-4E8F-379A-10ED380FD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2100942"/>
            <a:ext cx="7266027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Time Goes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dominates: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accounts for ~79% of serial runtime. Train and classify are fast.
</a:t>
            </a: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reduces CV: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parallelize inside each fold's train and classify calls.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ECF00D-EACD-8793-60F6-59DEF2C41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26" y="2098590"/>
            <a:ext cx="7173095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Results: Train + Classify Only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CV is excluded: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train and classify reach 9.07x on Expanse at 16 procs.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was never the algorithm.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broadcasts the full dataset on every fold split.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F5673E-BE94-8309-9CB7-EB94EB52A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52" y="2098590"/>
            <a:ext cx="6976295" cy="293985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the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Isolating the Problem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251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train+classify scales to 9.07x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algorithm is not the problem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CV back and speedup collapses to 1.88x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bottleneck lives inside cross_validate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 is only called from 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main train or classify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twice per fold x 5 folds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10 MPI_Allgatherv broadcasts per run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rank already has the full dataset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rank could build fold splits locally with zero communication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is unaffected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copy_rows uses memcpy within shared memory, no broadcast needed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4315968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3159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function. </a:t>
            </a:r>
            <a:r>
              <a:rPr lang="en-US" sz="14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rank can build its own fold split from data it already has no MPI_Allgatherv needed.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bottleneck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245228"/>
            <a:ext cx="4114800" cy="3529584"/>
          </a:xfrm>
          <a:prstGeom prst="roundRect">
            <a:avLst>
              <a:gd name="adj" fmla="val 2591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245228"/>
            <a:ext cx="3840480" cy="3529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copy_rows(src, cols, indices, n_rows, dest) {
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each rank copies its slice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local_rows = n_rows / size;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local_rows; i++)
</a:t>
            </a:r>
            <a:r>
              <a:rPr lang="en-US" sz="10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memcpy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(&amp;local[i*cols],
           &amp;src[idx[i]*cols], ...);
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broadcast full result to all ranks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MPI_Allgatherv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
    local, local_rows * cols, MPI_INT,
    dest, recv_counts, displacements,
    MPI_INT, MPI_COMM_WORLD
  );
}
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inside cross_validate — per fold: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train_idx, train_size, ...);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test_idx,  test_size,  ...);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251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 deleted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rank already has the full dataset, no broadcast needed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added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row_indices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parameter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row_indices parameter added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row_indices parameter added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train_model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passes NULL for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row_indices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removed train_data/test_data malloc and copy_rows calls; passes train_idx/test_idx directly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call sites pass NULL for train/classify passes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4315968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3159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4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full-dataset broadcasts per CV run eliminated. Each rank builds fold splits locally.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cross_validate: build indices, pass directly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265165"/>
            <a:ext cx="4114800" cy="3193151"/>
          </a:xfrm>
          <a:prstGeom prst="roundRect">
            <a:avLst>
              <a:gd name="adj" fmla="val 2591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96949"/>
            <a:ext cx="3840480" cy="3529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(fold = 0; fold &lt; k; fold++) {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build index arrays locally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n; i++) {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/ fold_size == fold)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test_idx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[test_size++] = i;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train_idx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[train_size++] = i;
  }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pass directly — no copy, no broadcast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accumulate_counts_range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classify_dataset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pred_test,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build_truth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y_test,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Results: After the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cleanly to 6.55x at 16 procs. Up from 1.88x in v1.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2.67x at 8 procs. Up from 1.28x in v1.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644991-4434-58E9-21C4-A6CB90D28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06" y="2100432"/>
            <a:ext cx="7160588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Results: After the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jumps to 8.06x at 4p x 16t. Up from 6.18x in v1. Heatmap is now much darker.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 hits 3.13x at 2p x 8t. Up from 2.90x in v1.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F88791-8208-521D-4CB7-33B57ECE7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2104464"/>
            <a:ext cx="7266027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Efficiency: OMP vs MPI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stays above 0.8 through 4 threads on Expanse. Drops at 16.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v2: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now tracks OMP closely. v1 collapsed due to broadcast overhead.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64311-76F5-EB79-1A98-6F93BE84A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03" y="2100432"/>
            <a:ext cx="7160588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Data-Size Scaling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OMP, MPI, and Hybrid improve performance as N increases.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increases initially then decreases as N increases.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C5AA48-6CB4-FC70-7292-9F25A73D5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737" y="2100432"/>
            <a:ext cx="6060994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Configuration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leads at 8.41x. MPI v2 reaches 6.55x. Hybrid peaks at 8.06x.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leads at 3.29x. MPI v2 reaches 2.67x. Hybrid peaks at 3.13x.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78B677-D81D-C778-2E62-0DAE6A7DF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2100432"/>
            <a:ext cx="7475219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920240"/>
          </a:xfrm>
          <a:prstGeom prst="roundRect">
            <a:avLst>
              <a:gd name="adj" fmla="val 4762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Methodology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216152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scripts,  Python parser, Jupyter notebook created a fast feedback loop
Timing each phase independently revealed that CV dominated runtime 
Data visualization caught the MPI bottleneck and drove the v2 fix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880360"/>
            <a:ext cx="4160520" cy="2011680"/>
          </a:xfrm>
          <a:prstGeom prst="roundRect">
            <a:avLst>
              <a:gd name="adj" fmla="val 4545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22783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scaled well on both systems:  design paid off
MPI v1 bottlenecked by </a:t>
            </a: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v2 fixed it and scaled to 6.55x on Expanse
Hybrid v2 reached 8.06x combining both levels of parallelism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MPI and Hybrid under performed vs OMP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86868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92040" y="91440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 16p x 16t Collapse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/>
              <a:t>Allocated 4 nodes × 16 tasks × 8 CPUs to fully utilize 128 cores per node</a:t>
            </a:r>
          </a:p>
          <a:p>
            <a:r>
              <a:rPr lang="en-US" sz="1400" dirty="0"/>
              <a:t>--bind-to none untethered threads from specific cores but all 16 threads still run within their rank 16 threads per rank exceeded the 8-CPU ceiling; more nodes cannot fix intra-rank oversubscription</a:t>
            </a:r>
          </a:p>
          <a:p>
            <a:r>
              <a:rPr lang="en-US" sz="1400" dirty="0"/>
              <a:t>Collapse to 0.628x below serial is the expected result of 2:1 thread oversubscription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4160520" cy="1783080"/>
          </a:xfrm>
          <a:prstGeom prst="roundRect">
            <a:avLst>
              <a:gd name="adj" fmla="val 5128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315468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 Observations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92040" y="3456432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1400" dirty="0"/>
              <a:t>MPI scaling on the Linux cluster was modest, reaching only 2.67x at 8 procs</a:t>
            </a:r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peaked at 3.13x (2p×8t): oversubscription degraded performance beyond 4 procs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parallelization strategy gains much from larger data, suggesting memory bandwidth limits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BAD0DE-0E86-ADCA-291A-353AF0A62265}"/>
              </a:ext>
            </a:extLst>
          </p:cNvPr>
          <p:cNvSpPr txBox="1"/>
          <p:nvPr/>
        </p:nvSpPr>
        <p:spPr>
          <a:xfrm>
            <a:off x="362465" y="1112108"/>
            <a:ext cx="878153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CDC BRFSS 2015 Diabetes Health Indicators. UCI ML Repository.</a:t>
            </a:r>
          </a:p>
          <a:p>
            <a:r>
              <a:rPr lang="en-US" sz="1400" dirty="0"/>
              <a:t>    https://archive.ics.uci.edu/dataset/891/cdc+diabetes+health+indicators</a:t>
            </a:r>
          </a:p>
          <a:p>
            <a:endParaRPr lang="en-US" sz="1400" dirty="0"/>
          </a:p>
          <a:p>
            <a:r>
              <a:rPr lang="en-US" sz="1400" dirty="0"/>
              <a:t>[2] Teboul, A. Heart Disease Health Indicators Dataset. Kaggle, 2021.</a:t>
            </a:r>
          </a:p>
          <a:p>
            <a:r>
              <a:rPr lang="en-US" sz="1400" dirty="0"/>
              <a:t>    https://www.kaggle.com/datasets/alexteboul/heart-disease-health-indicators-dataset</a:t>
            </a:r>
          </a:p>
          <a:p>
            <a:endParaRPr lang="en-US" sz="1400" dirty="0"/>
          </a:p>
          <a:p>
            <a:r>
              <a:rPr lang="en-US" sz="1400" dirty="0"/>
              <a:t>[3] OpenMP Architecture Review Board. OpenMP API Specification, Version 5.2, 2021.</a:t>
            </a:r>
          </a:p>
          <a:p>
            <a:r>
              <a:rPr lang="en-US" sz="1400" dirty="0"/>
              <a:t>    https://www.openmp.org/specifications/</a:t>
            </a:r>
          </a:p>
          <a:p>
            <a:endParaRPr lang="en-US" sz="1400" dirty="0"/>
          </a:p>
          <a:p>
            <a:r>
              <a:rPr lang="en-US" sz="1400" dirty="0"/>
              <a:t>[4] The Open MPI Project. Open MPI: A High Performance Message Passing Library.</a:t>
            </a:r>
          </a:p>
          <a:p>
            <a:r>
              <a:rPr lang="en-US" sz="1400" dirty="0"/>
              <a:t>    https://www.open-mpi.org/</a:t>
            </a:r>
          </a:p>
          <a:p>
            <a:endParaRPr lang="en-US" sz="1400" dirty="0"/>
          </a:p>
          <a:p>
            <a:r>
              <a:rPr lang="en-US" sz="1400" dirty="0"/>
              <a:t>[5] San Diego Supercomputer Center. SDSC Expanse User Guide.</a:t>
            </a:r>
          </a:p>
          <a:p>
            <a:r>
              <a:rPr lang="en-US" sz="1400" dirty="0"/>
              <a:t>    https://www.sdsc.edu/systems/expanse/user_guide.html</a:t>
            </a:r>
          </a:p>
          <a:p>
            <a:endParaRPr lang="en-US" sz="1400" dirty="0"/>
          </a:p>
          <a:p>
            <a:r>
              <a:rPr lang="en-US" sz="1400" dirty="0"/>
              <a:t>[6] cppreference.com. C Standard Library: </a:t>
            </a:r>
            <a:r>
              <a:rPr lang="en-US" sz="1400" dirty="0" err="1"/>
              <a:t>fgets</a:t>
            </a:r>
            <a:r>
              <a:rPr lang="en-US" sz="1400" dirty="0"/>
              <a:t>, </a:t>
            </a:r>
            <a:r>
              <a:rPr lang="en-US" sz="1400" dirty="0" err="1"/>
              <a:t>fopen</a:t>
            </a:r>
            <a:r>
              <a:rPr lang="en-US" sz="1400" dirty="0"/>
              <a:t>, </a:t>
            </a:r>
            <a:r>
              <a:rPr lang="en-US" sz="1400" dirty="0" err="1"/>
              <a:t>sscanf</a:t>
            </a:r>
            <a:r>
              <a:rPr lang="en-US" sz="1400" dirty="0"/>
              <a:t> — File I/O Reference.</a:t>
            </a:r>
          </a:p>
          <a:p>
            <a:r>
              <a:rPr lang="en-US" sz="1400" dirty="0"/>
              <a:t>    https://en.cppreference.com/w/c/io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2913</Words>
  <Application>Microsoft Office PowerPoint</Application>
  <PresentationFormat>On-screen Show (16:9)</PresentationFormat>
  <Paragraphs>210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Justin Hoffman</cp:lastModifiedBy>
  <cp:revision>2</cp:revision>
  <dcterms:created xsi:type="dcterms:W3CDTF">2026-04-25T00:09:28Z</dcterms:created>
  <dcterms:modified xsi:type="dcterms:W3CDTF">2026-04-25T16:13:08Z</dcterms:modified>
</cp:coreProperties>
</file>