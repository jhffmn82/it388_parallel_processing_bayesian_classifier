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3B6E"/>
    <a:srgbClr val="444444"/>
    <a:srgbClr val="B4B8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FB547D-38DD-62B0-72DA-33322D5400DC}" v="50" dt="2026-04-27T00:10:33.161"/>
    <p1510:client id="{8198BBC6-6436-96EA-C637-BA50008E9BAB}" v="50" dt="2026-04-26T19:12:44.415"/>
    <p1510:client id="{DA307683-F528-4545-98BE-6884735B25C7}" v="19" dt="2026-04-25T18:50:30.6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stin Hoffman" userId="40d7c2b8f9dba042" providerId="LiveId" clId="{98AE922D-438C-4FBD-AB6F-EAC5EAC34870}"/>
    <pc:docChg chg="undo custSel modSld">
      <pc:chgData name="Justin Hoffman" userId="40d7c2b8f9dba042" providerId="LiveId" clId="{98AE922D-438C-4FBD-AB6F-EAC5EAC34870}" dt="2026-04-25T18:56:08.623" v="2165" actId="113"/>
      <pc:docMkLst>
        <pc:docMk/>
      </pc:docMkLst>
      <pc:sldChg chg="modSp mod">
        <pc:chgData name="Justin Hoffman" userId="40d7c2b8f9dba042" providerId="LiveId" clId="{98AE922D-438C-4FBD-AB6F-EAC5EAC34870}" dt="2026-04-25T16:20:51.779" v="1140" actId="20577"/>
        <pc:sldMkLst>
          <pc:docMk/>
          <pc:sldMk cId="0" sldId="256"/>
        </pc:sldMkLst>
        <pc:spChg chg="mod">
          <ac:chgData name="Justin Hoffman" userId="40d7c2b8f9dba042" providerId="LiveId" clId="{98AE922D-438C-4FBD-AB6F-EAC5EAC34870}" dt="2026-04-25T16:20:51.779" v="1140" actId="20577"/>
          <ac:spMkLst>
            <pc:docMk/>
            <pc:sldMk cId="0" sldId="256"/>
            <ac:spMk id="3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6:04:17.782" v="561" actId="255"/>
          <ac:spMkLst>
            <pc:docMk/>
            <pc:sldMk cId="0" sldId="256"/>
            <ac:spMk id="4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6:04:27.980" v="562" actId="255"/>
          <ac:spMkLst>
            <pc:docMk/>
            <pc:sldMk cId="0" sldId="256"/>
            <ac:spMk id="7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6:04:53.459" v="563" actId="255"/>
          <ac:spMkLst>
            <pc:docMk/>
            <pc:sldMk cId="0" sldId="256"/>
            <ac:spMk id="10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6:05:05.540" v="564" actId="255"/>
          <ac:spMkLst>
            <pc:docMk/>
            <pc:sldMk cId="0" sldId="256"/>
            <ac:spMk id="13" creationId="{00000000-0000-0000-0000-000000000000}"/>
          </ac:spMkLst>
        </pc:spChg>
      </pc:sldChg>
      <pc:sldChg chg="modSp mod">
        <pc:chgData name="Justin Hoffman" userId="40d7c2b8f9dba042" providerId="LiveId" clId="{98AE922D-438C-4FBD-AB6F-EAC5EAC34870}" dt="2026-04-25T03:16:45.152" v="3" actId="20577"/>
        <pc:sldMkLst>
          <pc:docMk/>
          <pc:sldMk cId="0" sldId="257"/>
        </pc:sldMkLst>
        <pc:spChg chg="mod">
          <ac:chgData name="Justin Hoffman" userId="40d7c2b8f9dba042" providerId="LiveId" clId="{98AE922D-438C-4FBD-AB6F-EAC5EAC34870}" dt="2026-04-25T03:16:45.152" v="3" actId="20577"/>
          <ac:spMkLst>
            <pc:docMk/>
            <pc:sldMk cId="0" sldId="257"/>
            <ac:spMk id="4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15:35.548" v="1" actId="2710"/>
          <ac:spMkLst>
            <pc:docMk/>
            <pc:sldMk cId="0" sldId="257"/>
            <ac:spMk id="8" creationId="{00000000-0000-0000-0000-000000000000}"/>
          </ac:spMkLst>
        </pc:spChg>
      </pc:sldChg>
      <pc:sldChg chg="addSp modSp mod">
        <pc:chgData name="Justin Hoffman" userId="40d7c2b8f9dba042" providerId="LiveId" clId="{98AE922D-438C-4FBD-AB6F-EAC5EAC34870}" dt="2026-04-25T18:51:06.388" v="2108" actId="1076"/>
        <pc:sldMkLst>
          <pc:docMk/>
          <pc:sldMk cId="0" sldId="259"/>
        </pc:sldMkLst>
        <pc:spChg chg="mod">
          <ac:chgData name="Justin Hoffman" userId="40d7c2b8f9dba042" providerId="LiveId" clId="{98AE922D-438C-4FBD-AB6F-EAC5EAC34870}" dt="2026-04-25T18:51:06.388" v="2108" actId="1076"/>
          <ac:spMkLst>
            <pc:docMk/>
            <pc:sldMk cId="0" sldId="259"/>
            <ac:spMk id="34" creationId="{00000000-0000-0000-0000-000000000000}"/>
          </ac:spMkLst>
        </pc:spChg>
      </pc:sldChg>
      <pc:sldChg chg="modSp mod">
        <pc:chgData name="Justin Hoffman" userId="40d7c2b8f9dba042" providerId="LiveId" clId="{98AE922D-438C-4FBD-AB6F-EAC5EAC34870}" dt="2026-04-25T03:20:35.814" v="90" actId="20577"/>
        <pc:sldMkLst>
          <pc:docMk/>
          <pc:sldMk cId="0" sldId="261"/>
        </pc:sldMkLst>
        <pc:spChg chg="mod">
          <ac:chgData name="Justin Hoffman" userId="40d7c2b8f9dba042" providerId="LiveId" clId="{98AE922D-438C-4FBD-AB6F-EAC5EAC34870}" dt="2026-04-25T03:20:35.814" v="90" actId="20577"/>
          <ac:spMkLst>
            <pc:docMk/>
            <pc:sldMk cId="0" sldId="261"/>
            <ac:spMk id="5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19:31.356" v="66" actId="20577"/>
          <ac:spMkLst>
            <pc:docMk/>
            <pc:sldMk cId="0" sldId="261"/>
            <ac:spMk id="7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18:17.816" v="24" actId="20577"/>
          <ac:spMkLst>
            <pc:docMk/>
            <pc:sldMk cId="0" sldId="261"/>
            <ac:spMk id="9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17:34.938" v="22" actId="20577"/>
          <ac:spMkLst>
            <pc:docMk/>
            <pc:sldMk cId="0" sldId="261"/>
            <ac:spMk id="11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18:44.558" v="51" actId="20577"/>
          <ac:spMkLst>
            <pc:docMk/>
            <pc:sldMk cId="0" sldId="261"/>
            <ac:spMk id="12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19:18.615" v="63" actId="255"/>
          <ac:spMkLst>
            <pc:docMk/>
            <pc:sldMk cId="0" sldId="261"/>
            <ac:spMk id="15" creationId="{00000000-0000-0000-0000-000000000000}"/>
          </ac:spMkLst>
        </pc:spChg>
      </pc:sldChg>
      <pc:sldChg chg="addSp delSp modSp mod">
        <pc:chgData name="Justin Hoffman" userId="40d7c2b8f9dba042" providerId="LiveId" clId="{98AE922D-438C-4FBD-AB6F-EAC5EAC34870}" dt="2026-04-25T18:56:08.623" v="2165" actId="113"/>
        <pc:sldMkLst>
          <pc:docMk/>
          <pc:sldMk cId="0" sldId="262"/>
        </pc:sldMkLst>
        <pc:spChg chg="mod">
          <ac:chgData name="Justin Hoffman" userId="40d7c2b8f9dba042" providerId="LiveId" clId="{98AE922D-438C-4FBD-AB6F-EAC5EAC34870}" dt="2026-04-25T18:56:08.623" v="2165" actId="113"/>
          <ac:spMkLst>
            <pc:docMk/>
            <pc:sldMk cId="0" sldId="262"/>
            <ac:spMk id="5" creationId="{00000000-0000-0000-0000-000000000000}"/>
          </ac:spMkLst>
        </pc:spChg>
        <pc:spChg chg="add del mod">
          <ac:chgData name="Justin Hoffman" userId="40d7c2b8f9dba042" providerId="LiveId" clId="{98AE922D-438C-4FBD-AB6F-EAC5EAC34870}" dt="2026-04-25T17:59:35.885" v="1954" actId="20577"/>
          <ac:spMkLst>
            <pc:docMk/>
            <pc:sldMk cId="0" sldId="262"/>
            <ac:spMk id="7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21:54.748" v="165" actId="14100"/>
          <ac:spMkLst>
            <pc:docMk/>
            <pc:sldMk cId="0" sldId="262"/>
            <ac:spMk id="8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17:59:41.838" v="1964" actId="20577"/>
          <ac:spMkLst>
            <pc:docMk/>
            <pc:sldMk cId="0" sldId="262"/>
            <ac:spMk id="10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22:02.854" v="170" actId="103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22:02.854" v="170" actId="1036"/>
          <ac:spMkLst>
            <pc:docMk/>
            <pc:sldMk cId="0" sldId="262"/>
            <ac:spMk id="12" creationId="{00000000-0000-0000-0000-000000000000}"/>
          </ac:spMkLst>
        </pc:spChg>
      </pc:sldChg>
      <pc:sldChg chg="modSp mod">
        <pc:chgData name="Justin Hoffman" userId="40d7c2b8f9dba042" providerId="LiveId" clId="{98AE922D-438C-4FBD-AB6F-EAC5EAC34870}" dt="2026-04-25T03:23:10.802" v="184" actId="1035"/>
        <pc:sldMkLst>
          <pc:docMk/>
          <pc:sldMk cId="0" sldId="263"/>
        </pc:sldMkLst>
        <pc:spChg chg="mod">
          <ac:chgData name="Justin Hoffman" userId="40d7c2b8f9dba042" providerId="LiveId" clId="{98AE922D-438C-4FBD-AB6F-EAC5EAC34870}" dt="2026-04-25T03:23:10.802" v="184" actId="1035"/>
          <ac:spMkLst>
            <pc:docMk/>
            <pc:sldMk cId="0" sldId="263"/>
            <ac:spMk id="8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23:10.802" v="184" actId="1035"/>
          <ac:spMkLst>
            <pc:docMk/>
            <pc:sldMk cId="0" sldId="263"/>
            <ac:spMk id="9" creationId="{00000000-0000-0000-0000-000000000000}"/>
          </ac:spMkLst>
        </pc:spChg>
      </pc:sldChg>
      <pc:sldChg chg="modSp mod">
        <pc:chgData name="Justin Hoffman" userId="40d7c2b8f9dba042" providerId="LiveId" clId="{98AE922D-438C-4FBD-AB6F-EAC5EAC34870}" dt="2026-04-25T03:23:52.743" v="194" actId="1036"/>
        <pc:sldMkLst>
          <pc:docMk/>
          <pc:sldMk cId="0" sldId="264"/>
        </pc:sldMkLst>
        <pc:spChg chg="mod">
          <ac:chgData name="Justin Hoffman" userId="40d7c2b8f9dba042" providerId="LiveId" clId="{98AE922D-438C-4FBD-AB6F-EAC5EAC34870}" dt="2026-04-25T03:23:30.697" v="185" actId="255"/>
          <ac:spMkLst>
            <pc:docMk/>
            <pc:sldMk cId="0" sldId="264"/>
            <ac:spMk id="4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23:52.743" v="194" actId="1036"/>
          <ac:spMkLst>
            <pc:docMk/>
            <pc:sldMk cId="0" sldId="264"/>
            <ac:spMk id="6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23:52.743" v="194" actId="1036"/>
          <ac:spMkLst>
            <pc:docMk/>
            <pc:sldMk cId="0" sldId="264"/>
            <ac:spMk id="8" creationId="{00000000-0000-0000-0000-000000000000}"/>
          </ac:spMkLst>
        </pc:spChg>
        <pc:graphicFrameChg chg="mod">
          <ac:chgData name="Justin Hoffman" userId="40d7c2b8f9dba042" providerId="LiveId" clId="{98AE922D-438C-4FBD-AB6F-EAC5EAC34870}" dt="2026-04-25T03:23:52.743" v="194" actId="1036"/>
          <ac:graphicFrameMkLst>
            <pc:docMk/>
            <pc:sldMk cId="0" sldId="264"/>
            <ac:graphicFrameMk id="7" creationId="{00000000-0000-0000-0000-000000000000}"/>
          </ac:graphicFrameMkLst>
        </pc:graphicFrameChg>
        <pc:graphicFrameChg chg="mod">
          <ac:chgData name="Justin Hoffman" userId="40d7c2b8f9dba042" providerId="LiveId" clId="{98AE922D-438C-4FBD-AB6F-EAC5EAC34870}" dt="2026-04-25T03:23:52.743" v="194" actId="1036"/>
          <ac:graphicFrameMkLst>
            <pc:docMk/>
            <pc:sldMk cId="0" sldId="264"/>
            <ac:graphicFrameMk id="9" creationId="{00000000-0000-0000-0000-000000000000}"/>
          </ac:graphicFrameMkLst>
        </pc:graphicFrameChg>
      </pc:sldChg>
      <pc:sldChg chg="addSp delSp modSp mod">
        <pc:chgData name="Justin Hoffman" userId="40d7c2b8f9dba042" providerId="LiveId" clId="{98AE922D-438C-4FBD-AB6F-EAC5EAC34870}" dt="2026-04-25T15:38:59.052" v="586" actId="20577"/>
        <pc:sldMkLst>
          <pc:docMk/>
          <pc:sldMk cId="0" sldId="265"/>
        </pc:sldMkLst>
        <pc:spChg chg="mod">
          <ac:chgData name="Justin Hoffman" userId="40d7c2b8f9dba042" providerId="LiveId" clId="{98AE922D-438C-4FBD-AB6F-EAC5EAC34870}" dt="2026-04-25T15:38:59.052" v="586" actId="20577"/>
          <ac:spMkLst>
            <pc:docMk/>
            <pc:sldMk cId="0" sldId="265"/>
            <ac:spMk id="5" creationId="{00000000-0000-0000-0000-000000000000}"/>
          </ac:spMkLst>
        </pc:spChg>
        <pc:picChg chg="add mod">
          <ac:chgData name="Justin Hoffman" userId="40d7c2b8f9dba042" providerId="LiveId" clId="{98AE922D-438C-4FBD-AB6F-EAC5EAC34870}" dt="2026-04-25T15:38:48.811" v="582" actId="1036"/>
          <ac:picMkLst>
            <pc:docMk/>
            <pc:sldMk cId="0" sldId="265"/>
            <ac:picMk id="8" creationId="{9743B7A9-4CED-8A57-1729-02A735DD604C}"/>
          </ac:picMkLst>
        </pc:picChg>
      </pc:sldChg>
      <pc:sldChg chg="modSp mod">
        <pc:chgData name="Justin Hoffman" userId="40d7c2b8f9dba042" providerId="LiveId" clId="{98AE922D-438C-4FBD-AB6F-EAC5EAC34870}" dt="2026-04-25T18:00:58.921" v="1985" actId="20577"/>
        <pc:sldMkLst>
          <pc:docMk/>
          <pc:sldMk cId="0" sldId="266"/>
        </pc:sldMkLst>
        <pc:spChg chg="mod">
          <ac:chgData name="Justin Hoffman" userId="40d7c2b8f9dba042" providerId="LiveId" clId="{98AE922D-438C-4FBD-AB6F-EAC5EAC34870}" dt="2026-04-25T18:00:58.921" v="1985" actId="20577"/>
          <ac:spMkLst>
            <pc:docMk/>
            <pc:sldMk cId="0" sldId="266"/>
            <ac:spMk id="3" creationId="{00000000-0000-0000-0000-000000000000}"/>
          </ac:spMkLst>
        </pc:spChg>
      </pc:sldChg>
      <pc:sldChg chg="addSp delSp modSp mod">
        <pc:chgData name="Justin Hoffman" userId="40d7c2b8f9dba042" providerId="LiveId" clId="{98AE922D-438C-4FBD-AB6F-EAC5EAC34870}" dt="2026-04-25T18:01:10.052" v="1986" actId="20577"/>
        <pc:sldMkLst>
          <pc:docMk/>
          <pc:sldMk cId="0" sldId="267"/>
        </pc:sldMkLst>
        <pc:spChg chg="mod">
          <ac:chgData name="Justin Hoffman" userId="40d7c2b8f9dba042" providerId="LiveId" clId="{98AE922D-438C-4FBD-AB6F-EAC5EAC34870}" dt="2026-04-25T18:01:10.052" v="1986" actId="20577"/>
          <ac:spMkLst>
            <pc:docMk/>
            <pc:sldMk cId="0" sldId="267"/>
            <ac:spMk id="3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17:49:39.673" v="1363" actId="20577"/>
          <ac:spMkLst>
            <pc:docMk/>
            <pc:sldMk cId="0" sldId="267"/>
            <ac:spMk id="5" creationId="{00000000-0000-0000-0000-000000000000}"/>
          </ac:spMkLst>
        </pc:spChg>
        <pc:picChg chg="add mod">
          <ac:chgData name="Justin Hoffman" userId="40d7c2b8f9dba042" providerId="LiveId" clId="{98AE922D-438C-4FBD-AB6F-EAC5EAC34870}" dt="2026-04-25T03:25:51.287" v="212" actId="1036"/>
          <ac:picMkLst>
            <pc:docMk/>
            <pc:sldMk cId="0" sldId="267"/>
            <ac:picMk id="7" creationId="{724C75C2-3116-4E8F-379A-10ED380FD106}"/>
          </ac:picMkLst>
        </pc:picChg>
      </pc:sldChg>
      <pc:sldChg chg="modSp mod">
        <pc:chgData name="Justin Hoffman" userId="40d7c2b8f9dba042" providerId="LiveId" clId="{98AE922D-438C-4FBD-AB6F-EAC5EAC34870}" dt="2026-04-25T18:09:19.748" v="1991" actId="20577"/>
        <pc:sldMkLst>
          <pc:docMk/>
          <pc:sldMk cId="0" sldId="270"/>
        </pc:sldMkLst>
        <pc:spChg chg="mod">
          <ac:chgData name="Justin Hoffman" userId="40d7c2b8f9dba042" providerId="LiveId" clId="{98AE922D-438C-4FBD-AB6F-EAC5EAC34870}" dt="2026-04-25T17:59:03.275" v="1940" actId="20577"/>
          <ac:spMkLst>
            <pc:docMk/>
            <pc:sldMk cId="0" sldId="270"/>
            <ac:spMk id="3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17:54:05.354" v="1661" actId="20577"/>
          <ac:spMkLst>
            <pc:docMk/>
            <pc:sldMk cId="0" sldId="270"/>
            <ac:spMk id="5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18:09:19.748" v="1991" actId="20577"/>
          <ac:spMkLst>
            <pc:docMk/>
            <pc:sldMk cId="0" sldId="270"/>
            <ac:spMk id="11" creationId="{00000000-0000-0000-0000-000000000000}"/>
          </ac:spMkLst>
        </pc:spChg>
      </pc:sldChg>
      <pc:sldChg chg="modSp mod">
        <pc:chgData name="Justin Hoffman" userId="40d7c2b8f9dba042" providerId="LiveId" clId="{98AE922D-438C-4FBD-AB6F-EAC5EAC34870}" dt="2026-04-25T18:10:36.089" v="2045" actId="313"/>
        <pc:sldMkLst>
          <pc:docMk/>
          <pc:sldMk cId="0" sldId="271"/>
        </pc:sldMkLst>
        <pc:spChg chg="mod">
          <ac:chgData name="Justin Hoffman" userId="40d7c2b8f9dba042" providerId="LiveId" clId="{98AE922D-438C-4FBD-AB6F-EAC5EAC34870}" dt="2026-04-25T17:56:53.093" v="1736" actId="1036"/>
          <ac:spMkLst>
            <pc:docMk/>
            <pc:sldMk cId="0" sldId="271"/>
            <ac:spMk id="5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17:57:36.251" v="1871" actId="20577"/>
          <ac:spMkLst>
            <pc:docMk/>
            <pc:sldMk cId="0" sldId="271"/>
            <ac:spMk id="7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18:10:36.089" v="2045" actId="313"/>
          <ac:spMkLst>
            <pc:docMk/>
            <pc:sldMk cId="0" sldId="271"/>
            <ac:spMk id="11" creationId="{00000000-0000-0000-0000-000000000000}"/>
          </ac:spMkLst>
        </pc:spChg>
      </pc:sldChg>
      <pc:sldChg chg="addSp delSp modSp mod">
        <pc:chgData name="Justin Hoffman" userId="40d7c2b8f9dba042" providerId="LiveId" clId="{98AE922D-438C-4FBD-AB6F-EAC5EAC34870}" dt="2026-04-25T15:40:23.159" v="611" actId="20577"/>
        <pc:sldMkLst>
          <pc:docMk/>
          <pc:sldMk cId="0" sldId="272"/>
        </pc:sldMkLst>
        <pc:spChg chg="mod">
          <ac:chgData name="Justin Hoffman" userId="40d7c2b8f9dba042" providerId="LiveId" clId="{98AE922D-438C-4FBD-AB6F-EAC5EAC34870}" dt="2026-04-25T15:40:23.159" v="611" actId="20577"/>
          <ac:spMkLst>
            <pc:docMk/>
            <pc:sldMk cId="0" sldId="272"/>
            <ac:spMk id="5" creationId="{00000000-0000-0000-0000-000000000000}"/>
          </ac:spMkLst>
        </pc:spChg>
        <pc:picChg chg="add mod">
          <ac:chgData name="Justin Hoffman" userId="40d7c2b8f9dba042" providerId="LiveId" clId="{98AE922D-438C-4FBD-AB6F-EAC5EAC34870}" dt="2026-04-25T15:40:03.356" v="603" actId="1036"/>
          <ac:picMkLst>
            <pc:docMk/>
            <pc:sldMk cId="0" sldId="272"/>
            <ac:picMk id="8" creationId="{DE644991-4434-58E9-21C4-A6CB90D28B55}"/>
          </ac:picMkLst>
        </pc:picChg>
      </pc:sldChg>
      <pc:sldChg chg="addSp delSp modSp mod">
        <pc:chgData name="Justin Hoffman" userId="40d7c2b8f9dba042" providerId="LiveId" clId="{98AE922D-438C-4FBD-AB6F-EAC5EAC34870}" dt="2026-04-25T15:41:48.700" v="637" actId="20577"/>
        <pc:sldMkLst>
          <pc:docMk/>
          <pc:sldMk cId="0" sldId="273"/>
        </pc:sldMkLst>
        <pc:spChg chg="mod">
          <ac:chgData name="Justin Hoffman" userId="40d7c2b8f9dba042" providerId="LiveId" clId="{98AE922D-438C-4FBD-AB6F-EAC5EAC34870}" dt="2026-04-25T15:41:48.700" v="637" actId="20577"/>
          <ac:spMkLst>
            <pc:docMk/>
            <pc:sldMk cId="0" sldId="273"/>
            <ac:spMk id="5" creationId="{00000000-0000-0000-0000-000000000000}"/>
          </ac:spMkLst>
        </pc:spChg>
        <pc:picChg chg="add mod">
          <ac:chgData name="Justin Hoffman" userId="40d7c2b8f9dba042" providerId="LiveId" clId="{98AE922D-438C-4FBD-AB6F-EAC5EAC34870}" dt="2026-04-25T15:41:07.119" v="627" actId="1036"/>
          <ac:picMkLst>
            <pc:docMk/>
            <pc:sldMk cId="0" sldId="273"/>
            <ac:picMk id="8" creationId="{3CF88791-8208-521D-4CB7-33B57ECE7FC1}"/>
          </ac:picMkLst>
        </pc:picChg>
      </pc:sldChg>
      <pc:sldChg chg="addSp delSp modSp mod">
        <pc:chgData name="Justin Hoffman" userId="40d7c2b8f9dba042" providerId="LiveId" clId="{98AE922D-438C-4FBD-AB6F-EAC5EAC34870}" dt="2026-04-25T15:42:34.483" v="654" actId="1036"/>
        <pc:sldMkLst>
          <pc:docMk/>
          <pc:sldMk cId="0" sldId="274"/>
        </pc:sldMkLst>
        <pc:spChg chg="mod">
          <ac:chgData name="Justin Hoffman" userId="40d7c2b8f9dba042" providerId="LiveId" clId="{98AE922D-438C-4FBD-AB6F-EAC5EAC34870}" dt="2026-04-25T05:53:46.844" v="406" actId="20577"/>
          <ac:spMkLst>
            <pc:docMk/>
            <pc:sldMk cId="0" sldId="274"/>
            <ac:spMk id="5" creationId="{00000000-0000-0000-0000-000000000000}"/>
          </ac:spMkLst>
        </pc:spChg>
        <pc:picChg chg="add mod">
          <ac:chgData name="Justin Hoffman" userId="40d7c2b8f9dba042" providerId="LiveId" clId="{98AE922D-438C-4FBD-AB6F-EAC5EAC34870}" dt="2026-04-25T15:42:34.483" v="654" actId="1036"/>
          <ac:picMkLst>
            <pc:docMk/>
            <pc:sldMk cId="0" sldId="274"/>
            <ac:picMk id="8" creationId="{29564311-76F5-EB79-1A98-6F93BE84AD6E}"/>
          </ac:picMkLst>
        </pc:picChg>
      </pc:sldChg>
      <pc:sldChg chg="addSp delSp modSp mod">
        <pc:chgData name="Justin Hoffman" userId="40d7c2b8f9dba042" providerId="LiveId" clId="{98AE922D-438C-4FBD-AB6F-EAC5EAC34870}" dt="2026-04-25T15:46:06.824" v="855" actId="20577"/>
        <pc:sldMkLst>
          <pc:docMk/>
          <pc:sldMk cId="0" sldId="275"/>
        </pc:sldMkLst>
        <pc:spChg chg="mod">
          <ac:chgData name="Justin Hoffman" userId="40d7c2b8f9dba042" providerId="LiveId" clId="{98AE922D-438C-4FBD-AB6F-EAC5EAC34870}" dt="2026-04-25T15:46:06.824" v="855" actId="20577"/>
          <ac:spMkLst>
            <pc:docMk/>
            <pc:sldMk cId="0" sldId="275"/>
            <ac:spMk id="5" creationId="{00000000-0000-0000-0000-000000000000}"/>
          </ac:spMkLst>
        </pc:spChg>
        <pc:picChg chg="add mod">
          <ac:chgData name="Justin Hoffman" userId="40d7c2b8f9dba042" providerId="LiveId" clId="{98AE922D-438C-4FBD-AB6F-EAC5EAC34870}" dt="2026-04-25T15:43:27.612" v="679" actId="1036"/>
          <ac:picMkLst>
            <pc:docMk/>
            <pc:sldMk cId="0" sldId="275"/>
            <ac:picMk id="8" creationId="{88C5AA48-6CB4-FC70-7292-9F25A73D566F}"/>
          </ac:picMkLst>
        </pc:picChg>
      </pc:sldChg>
      <pc:sldChg chg="addSp delSp modSp mod">
        <pc:chgData name="Justin Hoffman" userId="40d7c2b8f9dba042" providerId="LiveId" clId="{98AE922D-438C-4FBD-AB6F-EAC5EAC34870}" dt="2026-04-25T15:48:54.947" v="916" actId="20577"/>
        <pc:sldMkLst>
          <pc:docMk/>
          <pc:sldMk cId="0" sldId="276"/>
        </pc:sldMkLst>
        <pc:spChg chg="mod">
          <ac:chgData name="Justin Hoffman" userId="40d7c2b8f9dba042" providerId="LiveId" clId="{98AE922D-438C-4FBD-AB6F-EAC5EAC34870}" dt="2026-04-25T15:48:54.947" v="916" actId="20577"/>
          <ac:spMkLst>
            <pc:docMk/>
            <pc:sldMk cId="0" sldId="276"/>
            <ac:spMk id="5" creationId="{00000000-0000-0000-0000-000000000000}"/>
          </ac:spMkLst>
        </pc:spChg>
        <pc:picChg chg="add mod">
          <ac:chgData name="Justin Hoffman" userId="40d7c2b8f9dba042" providerId="LiveId" clId="{98AE922D-438C-4FBD-AB6F-EAC5EAC34870}" dt="2026-04-25T15:48:01.419" v="890" actId="1036"/>
          <ac:picMkLst>
            <pc:docMk/>
            <pc:sldMk cId="0" sldId="276"/>
            <ac:picMk id="10" creationId="{8978B677-D81D-C778-2E62-0DAE6A7DFC1F}"/>
          </ac:picMkLst>
        </pc:picChg>
      </pc:sldChg>
      <pc:sldChg chg="addSp modSp mod">
        <pc:chgData name="Justin Hoffman" userId="40d7c2b8f9dba042" providerId="LiveId" clId="{98AE922D-438C-4FBD-AB6F-EAC5EAC34870}" dt="2026-04-25T16:13:00.018" v="1132" actId="20577"/>
        <pc:sldMkLst>
          <pc:docMk/>
          <pc:sldMk cId="0" sldId="277"/>
        </pc:sldMkLst>
        <pc:spChg chg="mod">
          <ac:chgData name="Justin Hoffman" userId="40d7c2b8f9dba042" providerId="LiveId" clId="{98AE922D-438C-4FBD-AB6F-EAC5EAC34870}" dt="2026-04-25T15:49:26.784" v="924" actId="20577"/>
          <ac:spMkLst>
            <pc:docMk/>
            <pc:sldMk cId="0" sldId="277"/>
            <ac:spMk id="9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16:04:57.589" v="1048"/>
          <ac:spMkLst>
            <pc:docMk/>
            <pc:sldMk cId="0" sldId="277"/>
            <ac:spMk id="10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16:09:52.741" v="1114" actId="20577"/>
          <ac:spMkLst>
            <pc:docMk/>
            <pc:sldMk cId="0" sldId="277"/>
            <ac:spMk id="12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16:13:00.018" v="1132" actId="20577"/>
          <ac:spMkLst>
            <pc:docMk/>
            <pc:sldMk cId="0" sldId="277"/>
            <ac:spMk id="15" creationId="{00000000-0000-0000-0000-000000000000}"/>
          </ac:spMkLst>
        </pc:spChg>
      </pc:sldChg>
      <pc:sldChg chg="modSp mod">
        <pc:chgData name="Justin Hoffman" userId="40d7c2b8f9dba042" providerId="LiveId" clId="{98AE922D-438C-4FBD-AB6F-EAC5EAC34870}" dt="2026-04-25T18:08:24.777" v="1989" actId="20577"/>
        <pc:sldMkLst>
          <pc:docMk/>
          <pc:sldMk cId="0" sldId="278"/>
        </pc:sldMkLst>
        <pc:spChg chg="mod">
          <ac:chgData name="Justin Hoffman" userId="40d7c2b8f9dba042" providerId="LiveId" clId="{98AE922D-438C-4FBD-AB6F-EAC5EAC34870}" dt="2026-04-25T18:08:24.777" v="1989" actId="20577"/>
          <ac:spMkLst>
            <pc:docMk/>
            <pc:sldMk cId="0" sldId="278"/>
            <ac:spMk id="14" creationId="{BDBAD0DE-0E86-ADCA-291A-353AF0A62265}"/>
          </ac:spMkLst>
        </pc:spChg>
      </pc:sldChg>
    </pc:docChg>
  </pc:docChgLst>
  <pc:docChgLst>
    <pc:chgData name="Hoffman, Justin" userId="S::jrhoff2@ilstu.edu::016db39b-9d3a-45ee-8853-cfee94747a02" providerId="AD" clId="Web-{8198BBC6-6436-96EA-C637-BA50008E9BAB}"/>
    <pc:docChg chg="modSld">
      <pc:chgData name="Hoffman, Justin" userId="S::jrhoff2@ilstu.edu::016db39b-9d3a-45ee-8853-cfee94747a02" providerId="AD" clId="Web-{8198BBC6-6436-96EA-C637-BA50008E9BAB}" dt="2026-04-26T19:12:44.415" v="41" actId="20577"/>
      <pc:docMkLst>
        <pc:docMk/>
      </pc:docMkLst>
      <pc:sldChg chg="modSp">
        <pc:chgData name="Hoffman, Justin" userId="S::jrhoff2@ilstu.edu::016db39b-9d3a-45ee-8853-cfee94747a02" providerId="AD" clId="Web-{8198BBC6-6436-96EA-C637-BA50008E9BAB}" dt="2026-04-26T18:47:31.826" v="38" actId="20577"/>
        <pc:sldMkLst>
          <pc:docMk/>
          <pc:sldMk cId="0" sldId="256"/>
        </pc:sldMkLst>
        <pc:spChg chg="mod">
          <ac:chgData name="Hoffman, Justin" userId="S::jrhoff2@ilstu.edu::016db39b-9d3a-45ee-8853-cfee94747a02" providerId="AD" clId="Web-{8198BBC6-6436-96EA-C637-BA50008E9BAB}" dt="2026-04-26T18:47:31.826" v="38" actId="20577"/>
          <ac:spMkLst>
            <pc:docMk/>
            <pc:sldMk cId="0" sldId="256"/>
            <ac:spMk id="17" creationId="{00000000-0000-0000-0000-000000000000}"/>
          </ac:spMkLst>
        </pc:spChg>
      </pc:sldChg>
      <pc:sldChg chg="modSp">
        <pc:chgData name="Hoffman, Justin" userId="S::jrhoff2@ilstu.edu::016db39b-9d3a-45ee-8853-cfee94747a02" providerId="AD" clId="Web-{8198BBC6-6436-96EA-C637-BA50008E9BAB}" dt="2026-04-26T18:21:00.299" v="26" actId="20577"/>
        <pc:sldMkLst>
          <pc:docMk/>
          <pc:sldMk cId="0" sldId="267"/>
        </pc:sldMkLst>
        <pc:spChg chg="mod">
          <ac:chgData name="Hoffman, Justin" userId="S::jrhoff2@ilstu.edu::016db39b-9d3a-45ee-8853-cfee94747a02" providerId="AD" clId="Web-{8198BBC6-6436-96EA-C637-BA50008E9BAB}" dt="2026-04-26T18:21:00.299" v="26" actId="20577"/>
          <ac:spMkLst>
            <pc:docMk/>
            <pc:sldMk cId="0" sldId="267"/>
            <ac:spMk id="5" creationId="{00000000-0000-0000-0000-000000000000}"/>
          </ac:spMkLst>
        </pc:spChg>
      </pc:sldChg>
      <pc:sldChg chg="modSp">
        <pc:chgData name="Hoffman, Justin" userId="S::jrhoff2@ilstu.edu::016db39b-9d3a-45ee-8853-cfee94747a02" providerId="AD" clId="Web-{8198BBC6-6436-96EA-C637-BA50008E9BAB}" dt="2026-04-26T19:12:44.415" v="41" actId="20577"/>
        <pc:sldMkLst>
          <pc:docMk/>
          <pc:sldMk cId="0" sldId="270"/>
        </pc:sldMkLst>
        <pc:spChg chg="mod">
          <ac:chgData name="Hoffman, Justin" userId="S::jrhoff2@ilstu.edu::016db39b-9d3a-45ee-8853-cfee94747a02" providerId="AD" clId="Web-{8198BBC6-6436-96EA-C637-BA50008E9BAB}" dt="2026-04-26T19:12:44.415" v="41" actId="20577"/>
          <ac:spMkLst>
            <pc:docMk/>
            <pc:sldMk cId="0" sldId="270"/>
            <ac:spMk id="5" creationId="{00000000-0000-0000-0000-000000000000}"/>
          </ac:spMkLst>
        </pc:spChg>
      </pc:sldChg>
      <pc:sldChg chg="modSp">
        <pc:chgData name="Hoffman, Justin" userId="S::jrhoff2@ilstu.edu::016db39b-9d3a-45ee-8853-cfee94747a02" providerId="AD" clId="Web-{8198BBC6-6436-96EA-C637-BA50008E9BAB}" dt="2026-04-26T18:22:51.930" v="32" actId="20577"/>
        <pc:sldMkLst>
          <pc:docMk/>
          <pc:sldMk cId="0" sldId="278"/>
        </pc:sldMkLst>
        <pc:spChg chg="mod">
          <ac:chgData name="Hoffman, Justin" userId="S::jrhoff2@ilstu.edu::016db39b-9d3a-45ee-8853-cfee94747a02" providerId="AD" clId="Web-{8198BBC6-6436-96EA-C637-BA50008E9BAB}" dt="2026-04-26T18:22:51.930" v="32" actId="20577"/>
          <ac:spMkLst>
            <pc:docMk/>
            <pc:sldMk cId="0" sldId="278"/>
            <ac:spMk id="14" creationId="{BDBAD0DE-0E86-ADCA-291A-353AF0A62265}"/>
          </ac:spMkLst>
        </pc:spChg>
      </pc:sldChg>
    </pc:docChg>
  </pc:docChgLst>
  <pc:docChgLst>
    <pc:chgData name="Hoffman, Justin" userId="S::jrhoff2@ilstu.edu::016db39b-9d3a-45ee-8853-cfee94747a02" providerId="AD" clId="Web-{24FB547D-38DD-62B0-72DA-33322D5400DC}"/>
    <pc:docChg chg="modSld">
      <pc:chgData name="Hoffman, Justin" userId="S::jrhoff2@ilstu.edu::016db39b-9d3a-45ee-8853-cfee94747a02" providerId="AD" clId="Web-{24FB547D-38DD-62B0-72DA-33322D5400DC}" dt="2026-04-27T00:10:33.161" v="49" actId="20577"/>
      <pc:docMkLst>
        <pc:docMk/>
      </pc:docMkLst>
      <pc:sldChg chg="modSp">
        <pc:chgData name="Hoffman, Justin" userId="S::jrhoff2@ilstu.edu::016db39b-9d3a-45ee-8853-cfee94747a02" providerId="AD" clId="Web-{24FB547D-38DD-62B0-72DA-33322D5400DC}" dt="2026-04-27T00:07:55.005" v="15"/>
        <pc:sldMkLst>
          <pc:docMk/>
          <pc:sldMk cId="0" sldId="264"/>
        </pc:sldMkLst>
        <pc:graphicFrameChg chg="mod modGraphic">
          <ac:chgData name="Hoffman, Justin" userId="S::jrhoff2@ilstu.edu::016db39b-9d3a-45ee-8853-cfee94747a02" providerId="AD" clId="Web-{24FB547D-38DD-62B0-72DA-33322D5400DC}" dt="2026-04-27T00:07:55.005" v="15"/>
          <ac:graphicFrameMkLst>
            <pc:docMk/>
            <pc:sldMk cId="0" sldId="264"/>
            <ac:graphicFrameMk id="7" creationId="{00000000-0000-0000-0000-000000000000}"/>
          </ac:graphicFrameMkLst>
        </pc:graphicFrameChg>
        <pc:graphicFrameChg chg="mod modGraphic">
          <ac:chgData name="Hoffman, Justin" userId="S::jrhoff2@ilstu.edu::016db39b-9d3a-45ee-8853-cfee94747a02" providerId="AD" clId="Web-{24FB547D-38DD-62B0-72DA-33322D5400DC}" dt="2026-04-27T00:07:50.051" v="7"/>
          <ac:graphicFrameMkLst>
            <pc:docMk/>
            <pc:sldMk cId="0" sldId="264"/>
            <ac:graphicFrameMk id="9" creationId="{00000000-0000-0000-0000-000000000000}"/>
          </ac:graphicFrameMkLst>
        </pc:graphicFrameChg>
      </pc:sldChg>
      <pc:sldChg chg="modSp">
        <pc:chgData name="Hoffman, Justin" userId="S::jrhoff2@ilstu.edu::016db39b-9d3a-45ee-8853-cfee94747a02" providerId="AD" clId="Web-{24FB547D-38DD-62B0-72DA-33322D5400DC}" dt="2026-04-27T00:08:09.536" v="16" actId="20577"/>
        <pc:sldMkLst>
          <pc:docMk/>
          <pc:sldMk cId="0" sldId="267"/>
        </pc:sldMkLst>
        <pc:spChg chg="mod">
          <ac:chgData name="Hoffman, Justin" userId="S::jrhoff2@ilstu.edu::016db39b-9d3a-45ee-8853-cfee94747a02" providerId="AD" clId="Web-{24FB547D-38DD-62B0-72DA-33322D5400DC}" dt="2026-04-27T00:08:09.536" v="16" actId="20577"/>
          <ac:spMkLst>
            <pc:docMk/>
            <pc:sldMk cId="0" sldId="267"/>
            <ac:spMk id="5" creationId="{00000000-0000-0000-0000-000000000000}"/>
          </ac:spMkLst>
        </pc:spChg>
      </pc:sldChg>
      <pc:sldChg chg="modSp">
        <pc:chgData name="Hoffman, Justin" userId="S::jrhoff2@ilstu.edu::016db39b-9d3a-45ee-8853-cfee94747a02" providerId="AD" clId="Web-{24FB547D-38DD-62B0-72DA-33322D5400DC}" dt="2026-04-27T00:10:33.161" v="49" actId="20577"/>
        <pc:sldMkLst>
          <pc:docMk/>
          <pc:sldMk cId="0" sldId="277"/>
        </pc:sldMkLst>
        <pc:spChg chg="mod">
          <ac:chgData name="Hoffman, Justin" userId="S::jrhoff2@ilstu.edu::016db39b-9d3a-45ee-8853-cfee94747a02" providerId="AD" clId="Web-{24FB547D-38DD-62B0-72DA-33322D5400DC}" dt="2026-04-27T00:09:57.645" v="46" actId="20577"/>
          <ac:spMkLst>
            <pc:docMk/>
            <pc:sldMk cId="0" sldId="277"/>
            <ac:spMk id="6" creationId="{00000000-0000-0000-0000-000000000000}"/>
          </ac:spMkLst>
        </pc:spChg>
        <pc:spChg chg="mod">
          <ac:chgData name="Hoffman, Justin" userId="S::jrhoff2@ilstu.edu::016db39b-9d3a-45ee-8853-cfee94747a02" providerId="AD" clId="Web-{24FB547D-38DD-62B0-72DA-33322D5400DC}" dt="2026-04-27T00:08:43.005" v="21" actId="20577"/>
          <ac:spMkLst>
            <pc:docMk/>
            <pc:sldMk cId="0" sldId="277"/>
            <ac:spMk id="9" creationId="{00000000-0000-0000-0000-000000000000}"/>
          </ac:spMkLst>
        </pc:spChg>
        <pc:spChg chg="mod">
          <ac:chgData name="Hoffman, Justin" userId="S::jrhoff2@ilstu.edu::016db39b-9d3a-45ee-8853-cfee94747a02" providerId="AD" clId="Web-{24FB547D-38DD-62B0-72DA-33322D5400DC}" dt="2026-04-27T00:10:33.161" v="49" actId="20577"/>
          <ac:spMkLst>
            <pc:docMk/>
            <pc:sldMk cId="0" sldId="277"/>
            <ac:spMk id="1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76842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3291840"/>
            <a:ext cx="1645920" cy="1554480"/>
          </a:xfrm>
          <a:prstGeom prst="roundRect">
            <a:avLst>
              <a:gd name="adj" fmla="val 7059"/>
            </a:avLst>
          </a:prstGeom>
          <a:solidFill>
            <a:srgbClr val="1A4A7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333756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8.41x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</a:t>
            </a:r>
            <a:endParaRPr lang="en-US" sz="1600"/>
          </a:p>
          <a:p>
            <a:pPr marL="0" indent="0" algn="ctr">
              <a:buNone/>
            </a:pPr>
            <a:r>
              <a:rPr lang="en-US" sz="160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1600"/>
          </a:p>
        </p:txBody>
      </p:sp>
      <p:sp>
        <p:nvSpPr>
          <p:cNvPr id="5" name="Shape 3"/>
          <p:cNvSpPr/>
          <p:nvPr/>
        </p:nvSpPr>
        <p:spPr>
          <a:xfrm>
            <a:off x="2743200" y="3291840"/>
            <a:ext cx="1645920" cy="1554480"/>
          </a:xfrm>
          <a:prstGeom prst="roundRect">
            <a:avLst>
              <a:gd name="adj" fmla="val 7059"/>
            </a:avLst>
          </a:prstGeom>
          <a:solidFill>
            <a:srgbClr val="1A4A7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0" y="333756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</a:t>
            </a:r>
            <a:endParaRPr lang="en-US" sz="2800"/>
          </a:p>
        </p:txBody>
      </p:sp>
      <p:sp>
        <p:nvSpPr>
          <p:cNvPr id="7" name="Text 5"/>
          <p:cNvSpPr/>
          <p:nvPr/>
        </p:nvSpPr>
        <p:spPr>
          <a:xfrm>
            <a:off x="2743200" y="41148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1600"/>
          </a:p>
          <a:p>
            <a:pPr marL="0" indent="0" algn="ctr">
              <a:buNone/>
            </a:pPr>
            <a:r>
              <a:rPr lang="en-US" sz="160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</a:t>
            </a:r>
            <a:endParaRPr lang="en-US" sz="1600"/>
          </a:p>
        </p:txBody>
      </p:sp>
      <p:sp>
        <p:nvSpPr>
          <p:cNvPr id="8" name="Shape 6"/>
          <p:cNvSpPr/>
          <p:nvPr/>
        </p:nvSpPr>
        <p:spPr>
          <a:xfrm>
            <a:off x="4663440" y="3291840"/>
            <a:ext cx="1645920" cy="1554480"/>
          </a:xfrm>
          <a:prstGeom prst="roundRect">
            <a:avLst>
              <a:gd name="adj" fmla="val 7059"/>
            </a:avLst>
          </a:prstGeom>
          <a:solidFill>
            <a:srgbClr val="1A4A7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63440" y="333756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/>
          </a:p>
        </p:txBody>
      </p:sp>
      <p:sp>
        <p:nvSpPr>
          <p:cNvPr id="10" name="Text 8"/>
          <p:cNvSpPr/>
          <p:nvPr/>
        </p:nvSpPr>
        <p:spPr>
          <a:xfrm>
            <a:off x="4663440" y="41148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Implementations</a:t>
            </a:r>
            <a:endParaRPr lang="en-US" sz="1600"/>
          </a:p>
        </p:txBody>
      </p:sp>
      <p:sp>
        <p:nvSpPr>
          <p:cNvPr id="11" name="Shape 9"/>
          <p:cNvSpPr/>
          <p:nvPr/>
        </p:nvSpPr>
        <p:spPr>
          <a:xfrm>
            <a:off x="6583680" y="3291840"/>
            <a:ext cx="1645920" cy="1554480"/>
          </a:xfrm>
          <a:prstGeom prst="roundRect">
            <a:avLst>
              <a:gd name="adj" fmla="val 7059"/>
            </a:avLst>
          </a:prstGeom>
          <a:solidFill>
            <a:srgbClr val="1A4A7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83680" y="333756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/>
          </a:p>
        </p:txBody>
      </p:sp>
      <p:sp>
        <p:nvSpPr>
          <p:cNvPr id="13" name="Text 11"/>
          <p:cNvSpPr/>
          <p:nvPr/>
        </p:nvSpPr>
        <p:spPr>
          <a:xfrm>
            <a:off x="6583680" y="41148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Environments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731520" y="64008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Naive Bayes Classifier</a:t>
            </a:r>
            <a:endParaRPr lang="en-US" sz="4200"/>
          </a:p>
        </p:txBody>
      </p:sp>
      <p:sp>
        <p:nvSpPr>
          <p:cNvPr id="15" name="Shape 13"/>
          <p:cNvSpPr/>
          <p:nvPr/>
        </p:nvSpPr>
        <p:spPr>
          <a:xfrm>
            <a:off x="3200400" y="1737360"/>
            <a:ext cx="2743200" cy="36576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18745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388  Parallel Processing  |  Spring 2026</a:t>
            </a:r>
            <a:endParaRPr lang="en-US" sz="1700"/>
          </a:p>
        </p:txBody>
      </p:sp>
      <p:sp>
        <p:nvSpPr>
          <p:cNvPr id="17" name="Text 15"/>
          <p:cNvSpPr/>
          <p:nvPr/>
        </p:nvSpPr>
        <p:spPr>
          <a:xfrm>
            <a:off x="731520" y="2331720"/>
            <a:ext cx="768096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400">
                <a:solidFill>
                  <a:srgbClr val="C8D8E8"/>
                </a:solidFill>
                <a:latin typeface="Calibri"/>
                <a:ea typeface="Calibri"/>
                <a:cs typeface="Calibri"/>
              </a:rPr>
              <a:t>Justin Hoffman, Brady Davidson, Daniel </a:t>
            </a:r>
            <a:r>
              <a:rPr lang="en-US" sz="1400" err="1">
                <a:solidFill>
                  <a:srgbClr val="C8D8E8"/>
                </a:solidFill>
                <a:latin typeface="Calibri"/>
                <a:ea typeface="Calibri"/>
                <a:cs typeface="Calibri"/>
              </a:rPr>
              <a:t>Sevik</a:t>
            </a:r>
            <a:r>
              <a:rPr lang="en-US" sz="1400">
                <a:solidFill>
                  <a:srgbClr val="C8D8E8"/>
                </a:solidFill>
                <a:latin typeface="Calibri"/>
                <a:ea typeface="Calibri"/>
                <a:cs typeface="Calibri"/>
              </a:rPr>
              <a:t>,   Nathan Wolniak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Classifier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438912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 are integer-coded categories</a:t>
            </a:r>
            <a:endParaRPr lang="en-US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and classification processed row by row: no dependencies between rows</a:t>
            </a:r>
            <a:endParaRPr lang="en-US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cross-validation: split data into 5 parts, train on 4, test on 1, rotate and repeat</a:t>
            </a:r>
            <a:endParaRPr lang="en-US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metrics reported: accuracy and confusion matrix per fold</a:t>
            </a:r>
            <a:endParaRPr lang="en-US"/>
          </a:p>
          <a:p>
            <a:pPr marL="342900" indent="-342900">
              <a:buSzPct val="100000"/>
              <a:buChar char="•"/>
            </a:pPr>
            <a:r>
              <a:rPr lang="en-US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probabilities for numerical stability; Laplace smoothing (alpha=1.0) for unseen values</a:t>
            </a: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37760" y="868680"/>
            <a:ext cx="3931920" cy="914400"/>
          </a:xfrm>
          <a:prstGeom prst="roundRect">
            <a:avLst>
              <a:gd name="adj" fmla="val 12000"/>
            </a:avLst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937760" y="86868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P(y | x₁...xₙ) =</a:t>
            </a:r>
          </a:p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P(y) ∏ P(xᵢ | y)</a:t>
            </a:r>
            <a:endParaRPr lang="en-US" sz="2000"/>
          </a:p>
        </p:txBody>
      </p:sp>
      <p:sp>
        <p:nvSpPr>
          <p:cNvPr id="7" name="Shape 5"/>
          <p:cNvSpPr/>
          <p:nvPr/>
        </p:nvSpPr>
        <p:spPr>
          <a:xfrm>
            <a:off x="4937760" y="1874520"/>
            <a:ext cx="3931920" cy="1554480"/>
          </a:xfrm>
          <a:prstGeom prst="roundRect">
            <a:avLst>
              <a:gd name="adj" fmla="val 7059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74920" y="18745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P(y)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count(y) / N
</a:t>
            </a: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P(xᵢ | y)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count(xᵢ, y) / count(y)
</a:t>
            </a: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argmax [ log P(y) + Σ log P(xᵢ|y) ]</a:t>
            </a:r>
            <a:endParaRPr lang="en-US" sz="1600"/>
          </a:p>
        </p:txBody>
      </p:sp>
      <p:sp>
        <p:nvSpPr>
          <p:cNvPr id="9" name="Shape 7"/>
          <p:cNvSpPr/>
          <p:nvPr/>
        </p:nvSpPr>
        <p:spPr>
          <a:xfrm>
            <a:off x="4937760" y="352044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74920" y="35204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r>
              <a:rPr lang="en-US" sz="140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and test sets are drawn from the same data. Accuracy will be artificially high. This is a parallel computing performance exercise, not a production ML system.</a:t>
            </a:r>
            <a:endParaRPr lang="en-US" sz="1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Preprocessing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023360" cy="1920240"/>
          </a:xfrm>
          <a:prstGeom prst="roundRect">
            <a:avLst>
              <a:gd name="adj" fmla="val 4762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 Dataset</a:t>
            </a:r>
            <a:endParaRPr lang="en-US" sz="1600"/>
          </a:p>
        </p:txBody>
      </p:sp>
      <p:sp>
        <p:nvSpPr>
          <p:cNvPr id="6" name="Text 4"/>
          <p:cNvSpPr/>
          <p:nvPr/>
        </p:nvSpPr>
        <p:spPr>
          <a:xfrm>
            <a:off x="411480" y="1298448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ML Repository, CDC BRFSS 2015
</a:t>
            </a:r>
            <a:r>
              <a:rPr lang="en-US" sz="14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253k rows, 21 binary/categorical features
</a:t>
            </a:r>
            <a:r>
              <a:rPr lang="en-US" sz="14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BMI, age, smoking, cholesterol, blood pressure, and more
</a:t>
            </a:r>
            <a:r>
              <a:rPr lang="en-US" sz="14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 positive / negative</a:t>
            </a:r>
            <a:endParaRPr lang="en-US" sz="1400"/>
          </a:p>
        </p:txBody>
      </p:sp>
      <p:sp>
        <p:nvSpPr>
          <p:cNvPr id="7" name="Shape 5"/>
          <p:cNvSpPr/>
          <p:nvPr/>
        </p:nvSpPr>
        <p:spPr>
          <a:xfrm>
            <a:off x="274320" y="2926080"/>
            <a:ext cx="4023360" cy="1691640"/>
          </a:xfrm>
          <a:prstGeom prst="roundRect">
            <a:avLst>
              <a:gd name="adj" fmla="val 5405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29718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Disease Dataset</a:t>
            </a:r>
            <a:endParaRPr lang="en-US" sz="1600"/>
          </a:p>
        </p:txBody>
      </p:sp>
      <p:sp>
        <p:nvSpPr>
          <p:cNvPr id="9" name="Text 7"/>
          <p:cNvSpPr/>
          <p:nvPr/>
        </p:nvSpPr>
        <p:spPr>
          <a:xfrm>
            <a:off x="411480" y="3319272"/>
            <a:ext cx="3749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Kaggle, Alex Teboul, CDC BRFSS 2015
</a:t>
            </a:r>
            <a:r>
              <a:rPr lang="en-US" sz="14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~3,500 rows, similar feature set to diabetes
</a:t>
            </a:r>
            <a:r>
              <a:rPr lang="en-US" sz="14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verification only, not used for scaling tests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4663440" y="914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Pipeline</a:t>
            </a:r>
            <a:endParaRPr lang="en-US" sz="1600"/>
          </a:p>
        </p:txBody>
      </p:sp>
      <p:sp>
        <p:nvSpPr>
          <p:cNvPr id="11" name="Shape 9"/>
          <p:cNvSpPr/>
          <p:nvPr/>
        </p:nvSpPr>
        <p:spPr>
          <a:xfrm>
            <a:off x="4663440" y="1371600"/>
            <a:ext cx="365760" cy="365760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63440" y="13716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/>
          </a:p>
        </p:txBody>
      </p:sp>
      <p:sp>
        <p:nvSpPr>
          <p:cNvPr id="13" name="Text 11"/>
          <p:cNvSpPr/>
          <p:nvPr/>
        </p:nvSpPr>
        <p:spPr>
          <a:xfrm>
            <a:off x="5138928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diabetes_csv.py  /  heart_csv.py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5138928" y="16276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separate Python scripts, one per dataset</a:t>
            </a:r>
            <a:endParaRPr lang="en-US" sz="1400"/>
          </a:p>
        </p:txBody>
      </p:sp>
      <p:sp>
        <p:nvSpPr>
          <p:cNvPr id="15" name="Shape 13"/>
          <p:cNvSpPr/>
          <p:nvPr/>
        </p:nvSpPr>
        <p:spPr>
          <a:xfrm>
            <a:off x="4828032" y="1737360"/>
            <a:ext cx="36576" cy="54864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63440" y="2331720"/>
            <a:ext cx="365760" cy="365760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63440" y="2331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5138928" y="2286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encoding</a:t>
            </a:r>
            <a:endParaRPr lang="en-US" sz="1600"/>
          </a:p>
        </p:txBody>
      </p:sp>
      <p:sp>
        <p:nvSpPr>
          <p:cNvPr id="19" name="Text 17"/>
          <p:cNvSpPr/>
          <p:nvPr/>
        </p:nvSpPr>
        <p:spPr>
          <a:xfrm>
            <a:off x="5138928" y="258775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 converted to categorical integer values</a:t>
            </a:r>
            <a:endParaRPr lang="en-US" sz="1400"/>
          </a:p>
        </p:txBody>
      </p:sp>
      <p:sp>
        <p:nvSpPr>
          <p:cNvPr id="20" name="Shape 18"/>
          <p:cNvSpPr/>
          <p:nvPr/>
        </p:nvSpPr>
        <p:spPr>
          <a:xfrm>
            <a:off x="4828032" y="2697480"/>
            <a:ext cx="36576" cy="54864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63440" y="3291840"/>
            <a:ext cx="365760" cy="365760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66344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5138928" y="32461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diabetes data</a:t>
            </a:r>
            <a:endParaRPr lang="en-US" sz="1600"/>
          </a:p>
        </p:txBody>
      </p:sp>
      <p:sp>
        <p:nvSpPr>
          <p:cNvPr id="24" name="Text 22"/>
          <p:cNvSpPr/>
          <p:nvPr/>
        </p:nvSpPr>
        <p:spPr>
          <a:xfrm>
            <a:off x="5138928" y="35478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Resampled to generate 20k, 100k, 500k, and 1m variants</a:t>
            </a:r>
            <a:endParaRPr lang="en-US" sz="1400"/>
          </a:p>
        </p:txBody>
      </p:sp>
      <p:sp>
        <p:nvSpPr>
          <p:cNvPr id="25" name="Shape 23"/>
          <p:cNvSpPr/>
          <p:nvPr/>
        </p:nvSpPr>
        <p:spPr>
          <a:xfrm>
            <a:off x="4828032" y="3657600"/>
            <a:ext cx="36576" cy="54864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663440" y="4251960"/>
            <a:ext cx="365760" cy="365760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663440" y="4251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/>
          </a:p>
        </p:txBody>
      </p:sp>
      <p:sp>
        <p:nvSpPr>
          <p:cNvPr id="28" name="Text 26"/>
          <p:cNvSpPr/>
          <p:nvPr/>
        </p:nvSpPr>
        <p:spPr>
          <a:xfrm>
            <a:off x="5138928" y="42062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three files per dataset</a:t>
            </a:r>
            <a:endParaRPr lang="en-US" sz="1600"/>
          </a:p>
        </p:txBody>
      </p:sp>
      <p:sp>
        <p:nvSpPr>
          <p:cNvPr id="29" name="Text 27"/>
          <p:cNvSpPr/>
          <p:nvPr/>
        </p:nvSpPr>
        <p:spPr>
          <a:xfrm>
            <a:off x="5138928" y="45079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metadata.csv  |  labeled.csv  |  unlabeled.csv</a:t>
            </a:r>
            <a:endParaRPr lang="en-US" sz="1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Algorithm: nb_classifier.c</a:t>
            </a:r>
            <a:endParaRPr lang="en-US" sz="3000"/>
          </a:p>
        </p:txBody>
      </p:sp>
      <p:sp>
        <p:nvSpPr>
          <p:cNvPr id="5" name="Shape 3"/>
          <p:cNvSpPr/>
          <p:nvPr/>
        </p:nvSpPr>
        <p:spPr>
          <a:xfrm>
            <a:off x="274320" y="1243584"/>
            <a:ext cx="347472" cy="347472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2435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/>
          </a:p>
        </p:txBody>
      </p:sp>
      <p:sp>
        <p:nvSpPr>
          <p:cNvPr id="7" name="Text 5"/>
          <p:cNvSpPr/>
          <p:nvPr/>
        </p:nvSpPr>
        <p:spPr>
          <a:xfrm>
            <a:off x="731520" y="120700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inputs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731520" y="1481328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metadata, labeled, and unlabeled CSVs into memory</a:t>
            </a:r>
            <a:endParaRPr lang="en-US" sz="1400"/>
          </a:p>
        </p:txBody>
      </p:sp>
      <p:sp>
        <p:nvSpPr>
          <p:cNvPr id="9" name="Shape 7"/>
          <p:cNvSpPr/>
          <p:nvPr/>
        </p:nvSpPr>
        <p:spPr>
          <a:xfrm>
            <a:off x="429768" y="1591056"/>
            <a:ext cx="36576" cy="384048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4320" y="2011680"/>
            <a:ext cx="347472" cy="347472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4320" y="20116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/>
          </a:p>
        </p:txBody>
      </p:sp>
      <p:sp>
        <p:nvSpPr>
          <p:cNvPr id="12" name="Text 10"/>
          <p:cNvSpPr/>
          <p:nvPr/>
        </p:nvSpPr>
        <p:spPr>
          <a:xfrm>
            <a:off x="731520" y="197510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600"/>
          </a:p>
        </p:txBody>
      </p:sp>
      <p:sp>
        <p:nvSpPr>
          <p:cNvPr id="13" name="Text 11"/>
          <p:cNvSpPr/>
          <p:nvPr/>
        </p:nvSpPr>
        <p:spPr>
          <a:xfrm>
            <a:off x="731520" y="2249424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 (feature, class) counts, convert to log probabilities</a:t>
            </a:r>
            <a:endParaRPr lang="en-US" sz="1400"/>
          </a:p>
        </p:txBody>
      </p:sp>
      <p:sp>
        <p:nvSpPr>
          <p:cNvPr id="14" name="Shape 12"/>
          <p:cNvSpPr/>
          <p:nvPr/>
        </p:nvSpPr>
        <p:spPr>
          <a:xfrm>
            <a:off x="429768" y="2359152"/>
            <a:ext cx="36576" cy="384048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2779776"/>
            <a:ext cx="347472" cy="347472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4320" y="27797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/>
          </a:p>
        </p:txBody>
      </p:sp>
      <p:sp>
        <p:nvSpPr>
          <p:cNvPr id="17" name="Text 15"/>
          <p:cNvSpPr/>
          <p:nvPr/>
        </p:nvSpPr>
        <p:spPr>
          <a:xfrm>
            <a:off x="731520" y="27432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</a:t>
            </a:r>
            <a:endParaRPr lang="en-US" sz="1600"/>
          </a:p>
        </p:txBody>
      </p:sp>
      <p:sp>
        <p:nvSpPr>
          <p:cNvPr id="18" name="Text 16"/>
          <p:cNvSpPr/>
          <p:nvPr/>
        </p:nvSpPr>
        <p:spPr>
          <a:xfrm>
            <a:off x="731520" y="3017520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5-fold: train on k-1 folds, score held-out fold</a:t>
            </a:r>
            <a:endParaRPr lang="en-US" sz="1400"/>
          </a:p>
        </p:txBody>
      </p:sp>
      <p:sp>
        <p:nvSpPr>
          <p:cNvPr id="19" name="Shape 17"/>
          <p:cNvSpPr/>
          <p:nvPr/>
        </p:nvSpPr>
        <p:spPr>
          <a:xfrm>
            <a:off x="429768" y="3127248"/>
            <a:ext cx="36576" cy="384048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4320" y="3547872"/>
            <a:ext cx="347472" cy="347472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354787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/>
          </a:p>
        </p:txBody>
      </p:sp>
      <p:sp>
        <p:nvSpPr>
          <p:cNvPr id="22" name="Text 20"/>
          <p:cNvSpPr/>
          <p:nvPr/>
        </p:nvSpPr>
        <p:spPr>
          <a:xfrm>
            <a:off x="731520" y="351129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600"/>
          </a:p>
        </p:txBody>
      </p:sp>
      <p:sp>
        <p:nvSpPr>
          <p:cNvPr id="23" name="Text 21"/>
          <p:cNvSpPr/>
          <p:nvPr/>
        </p:nvSpPr>
        <p:spPr>
          <a:xfrm>
            <a:off x="731520" y="3785616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unlabeled rows against log probs, return argmax</a:t>
            </a:r>
            <a:endParaRPr lang="en-US" sz="1400"/>
          </a:p>
        </p:txBody>
      </p:sp>
      <p:sp>
        <p:nvSpPr>
          <p:cNvPr id="24" name="Shape 22"/>
          <p:cNvSpPr/>
          <p:nvPr/>
        </p:nvSpPr>
        <p:spPr>
          <a:xfrm>
            <a:off x="429768" y="3895344"/>
            <a:ext cx="36576" cy="384048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74320" y="4315968"/>
            <a:ext cx="347472" cy="347472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74320" y="43159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/>
          </a:p>
        </p:txBody>
      </p:sp>
      <p:sp>
        <p:nvSpPr>
          <p:cNvPr id="27" name="Text 25"/>
          <p:cNvSpPr/>
          <p:nvPr/>
        </p:nvSpPr>
        <p:spPr>
          <a:xfrm>
            <a:off x="731520" y="42793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output CSV</a:t>
            </a:r>
            <a:endParaRPr lang="en-US" sz="1600"/>
          </a:p>
        </p:txBody>
      </p:sp>
      <p:sp>
        <p:nvSpPr>
          <p:cNvPr id="28" name="Text 26"/>
          <p:cNvSpPr/>
          <p:nvPr/>
        </p:nvSpPr>
        <p:spPr>
          <a:xfrm>
            <a:off x="731520" y="4553712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 predicted class as final column</a:t>
            </a:r>
            <a:endParaRPr lang="en-US" sz="1400"/>
          </a:p>
        </p:txBody>
      </p:sp>
      <p:sp>
        <p:nvSpPr>
          <p:cNvPr id="29" name="Text 27"/>
          <p:cNvSpPr/>
          <p:nvPr/>
        </p:nvSpPr>
        <p:spPr>
          <a:xfrm>
            <a:off x="4754880" y="822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Parallelism</a:t>
            </a:r>
            <a:endParaRPr lang="en-US" sz="1600"/>
          </a:p>
        </p:txBody>
      </p:sp>
      <p:sp>
        <p:nvSpPr>
          <p:cNvPr id="30" name="Shape 28"/>
          <p:cNvSpPr/>
          <p:nvPr/>
        </p:nvSpPr>
        <p:spPr>
          <a:xfrm>
            <a:off x="4754880" y="1188720"/>
            <a:ext cx="4114800" cy="438912"/>
          </a:xfrm>
          <a:prstGeom prst="roundRect">
            <a:avLst>
              <a:gd name="adj" fmla="val 16667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54880" y="118872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accumulate_counts_range(data, start, end, ...)</a:t>
            </a:r>
            <a:endParaRPr lang="en-US" sz="1100"/>
          </a:p>
        </p:txBody>
      </p:sp>
      <p:sp>
        <p:nvSpPr>
          <p:cNvPr id="32" name="Shape 30"/>
          <p:cNvSpPr/>
          <p:nvPr/>
        </p:nvSpPr>
        <p:spPr>
          <a:xfrm>
            <a:off x="4754880" y="1700784"/>
            <a:ext cx="4114800" cy="438912"/>
          </a:xfrm>
          <a:prstGeom prst="roundRect">
            <a:avLst>
              <a:gd name="adj" fmla="val 16667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54880" y="1700784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P[ offset[j] + class * values[j] + value_idx ]</a:t>
            </a:r>
            <a:endParaRPr lang="en-US" sz="1100"/>
          </a:p>
        </p:txBody>
      </p:sp>
      <p:sp>
        <p:nvSpPr>
          <p:cNvPr id="34" name="Text 32"/>
          <p:cNvSpPr/>
          <p:nvPr/>
        </p:nvSpPr>
        <p:spPr>
          <a:xfrm>
            <a:off x="4745736" y="2112264"/>
            <a:ext cx="4114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endParaRPr lang="en-US" sz="160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are stored in flat 1D arrays for simple row-based access.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can be trained or classified independently.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counts are flattened into one shared count array.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Offsets map each feature/class/value combination to one index.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Train, classify, and cross-validation can be timed separately.</a:t>
            </a:r>
            <a:endParaRPr lang="en-US" sz="1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Parallelized Functions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functions parallelized across 3 phases, file I/O intentionally left serial</a:t>
            </a:r>
            <a:endParaRPr lang="en-US" sz="1400"/>
          </a:p>
        </p:txBody>
      </p:sp>
      <p:sp>
        <p:nvSpPr>
          <p:cNvPr id="5" name="Shape 3"/>
          <p:cNvSpPr/>
          <p:nvPr/>
        </p:nvSpPr>
        <p:spPr>
          <a:xfrm>
            <a:off x="274320" y="1115568"/>
            <a:ext cx="8595360" cy="3794760"/>
          </a:xfrm>
          <a:prstGeom prst="roundRect">
            <a:avLst>
              <a:gd name="adj" fmla="val 2892"/>
            </a:avLst>
          </a:prstGeom>
          <a:solidFill>
            <a:srgbClr val="F0F7FF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  (k = 5 folds)</a:t>
            </a:r>
            <a:endParaRPr lang="en-US" sz="1600"/>
          </a:p>
        </p:txBody>
      </p:sp>
      <p:sp>
        <p:nvSpPr>
          <p:cNvPr id="7" name="Shape 5"/>
          <p:cNvSpPr/>
          <p:nvPr/>
        </p:nvSpPr>
        <p:spPr>
          <a:xfrm>
            <a:off x="502920" y="153619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D0E4F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12648" y="1536192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3B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copy_rows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2141838" y="1536192"/>
            <a:ext cx="215584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fold train/test splits</a:t>
            </a:r>
            <a:endParaRPr lang="en-US" sz="1400"/>
          </a:p>
        </p:txBody>
      </p:sp>
      <p:sp>
        <p:nvSpPr>
          <p:cNvPr id="10" name="Shape 8"/>
          <p:cNvSpPr/>
          <p:nvPr/>
        </p:nvSpPr>
        <p:spPr>
          <a:xfrm>
            <a:off x="4709160" y="153619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D0E4F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18888" y="1536192"/>
            <a:ext cx="230066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3B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confusion_matrix_binary</a:t>
            </a:r>
            <a:endParaRPr lang="en-US" sz="1200"/>
          </a:p>
        </p:txBody>
      </p:sp>
      <p:sp>
        <p:nvSpPr>
          <p:cNvPr id="12" name="Text 10"/>
          <p:cNvSpPr/>
          <p:nvPr/>
        </p:nvSpPr>
        <p:spPr>
          <a:xfrm>
            <a:off x="7348150" y="1536192"/>
            <a:ext cx="115576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TN/FP/FN/TP</a:t>
            </a:r>
            <a:endParaRPr lang="en-US" sz="1400"/>
          </a:p>
        </p:txBody>
      </p:sp>
      <p:sp>
        <p:nvSpPr>
          <p:cNvPr id="13" name="Shape 11"/>
          <p:cNvSpPr/>
          <p:nvPr/>
        </p:nvSpPr>
        <p:spPr>
          <a:xfrm>
            <a:off x="502920" y="2121408"/>
            <a:ext cx="3931920" cy="2560320"/>
          </a:xfrm>
          <a:prstGeom prst="roundRect">
            <a:avLst>
              <a:gd name="adj" fmla="val 3571"/>
            </a:avLst>
          </a:prstGeom>
          <a:solidFill>
            <a:srgbClr val="EBF2FA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85800" y="217627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600"/>
          </a:p>
        </p:txBody>
      </p:sp>
      <p:sp>
        <p:nvSpPr>
          <p:cNvPr id="15" name="Shape 13"/>
          <p:cNvSpPr/>
          <p:nvPr/>
        </p:nvSpPr>
        <p:spPr>
          <a:xfrm>
            <a:off x="658368" y="2523744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04672" y="257860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3B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accumulate_counts_range</a:t>
            </a:r>
            <a:endParaRPr lang="en-US" sz="1200"/>
          </a:p>
        </p:txBody>
      </p:sp>
      <p:sp>
        <p:nvSpPr>
          <p:cNvPr id="17" name="Text 15"/>
          <p:cNvSpPr/>
          <p:nvPr/>
        </p:nvSpPr>
        <p:spPr>
          <a:xfrm>
            <a:off x="804672" y="283464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(feature, class) occurrences over a row range.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685800" y="3621024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converted to log probabilities with Laplace smoothing after reduction</a:t>
            </a:r>
            <a:endParaRPr lang="en-US" sz="1400"/>
          </a:p>
        </p:txBody>
      </p:sp>
      <p:sp>
        <p:nvSpPr>
          <p:cNvPr id="19" name="Shape 17"/>
          <p:cNvSpPr/>
          <p:nvPr/>
        </p:nvSpPr>
        <p:spPr>
          <a:xfrm>
            <a:off x="4709160" y="2121408"/>
            <a:ext cx="3931920" cy="2560320"/>
          </a:xfrm>
          <a:prstGeom prst="roundRect">
            <a:avLst>
              <a:gd name="adj" fmla="val 3571"/>
            </a:avLst>
          </a:prstGeom>
          <a:solidFill>
            <a:srgbClr val="EBF2FA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92040" y="217627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600"/>
          </a:p>
        </p:txBody>
      </p:sp>
      <p:sp>
        <p:nvSpPr>
          <p:cNvPr id="21" name="Shape 19"/>
          <p:cNvSpPr/>
          <p:nvPr/>
        </p:nvSpPr>
        <p:spPr>
          <a:xfrm>
            <a:off x="4864608" y="2523744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10912" y="256032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3B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classify_dataset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5010912" y="279806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rows against log probs.</a:t>
            </a:r>
            <a:endParaRPr lang="en-US" sz="1400"/>
          </a:p>
        </p:txBody>
      </p:sp>
      <p:sp>
        <p:nvSpPr>
          <p:cNvPr id="24" name="Shape 22"/>
          <p:cNvSpPr/>
          <p:nvPr/>
        </p:nvSpPr>
        <p:spPr>
          <a:xfrm>
            <a:off x="4864608" y="3209544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10912" y="324612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3B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build_truth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5010912" y="348386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true labels from final column.</a:t>
            </a:r>
            <a:endParaRPr lang="en-US" sz="1400"/>
          </a:p>
        </p:txBody>
      </p:sp>
      <p:sp>
        <p:nvSpPr>
          <p:cNvPr id="27" name="Shape 25"/>
          <p:cNvSpPr/>
          <p:nvPr/>
        </p:nvSpPr>
        <p:spPr>
          <a:xfrm>
            <a:off x="4864608" y="3895344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10912" y="393192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3B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compute_accuracy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5010912" y="416966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correct predictions.</a:t>
            </a:r>
            <a:endParaRPr lang="en-US" sz="1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OpenMP Approach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365760" y="84124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Approach</a:t>
            </a:r>
            <a:endParaRPr lang="en-US" sz="1600"/>
          </a:p>
        </p:txBody>
      </p:sp>
      <p:sp>
        <p:nvSpPr>
          <p:cNvPr id="5" name="Text 3"/>
          <p:cNvSpPr/>
          <p:nvPr/>
        </p:nvSpPr>
        <p:spPr>
          <a:xfrm>
            <a:off x="365760" y="1161288"/>
            <a:ext cx="4251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accumulate_counts_range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array reduction, private copies per thread
</a:t>
            </a:r>
            <a:r>
              <a:rPr lang="en-US" sz="1400" b="1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classify_dataset</a:t>
            </a:r>
            <a:r>
              <a:rPr lang="en-US" sz="1400" b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parallel for, no contention on predictions[i]
</a:t>
            </a:r>
            <a:r>
              <a:rPr lang="en-US" sz="1400" b="1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build_truth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parallel for, each thread writes truth[i]
</a:t>
            </a:r>
            <a:r>
              <a:rPr lang="en-US" sz="1400" b="1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compute_accuracy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parallel for with reduction(+:correct)
</a:t>
            </a:r>
            <a:r>
              <a:rPr lang="en-US" sz="1400" b="1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confusion_matrix_binary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parallel for with local TN/FP/FN/TP
</a:t>
            </a:r>
            <a:r>
              <a:rPr lang="en-US" sz="1400" b="1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copy_rows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parallel for, distinct destination rows
</a:t>
            </a:r>
            <a:r>
              <a:rPr lang="en-US" sz="14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loop stays serial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parallelism lives inside each fold
</a:t>
            </a:r>
            <a:r>
              <a:rPr lang="en-US" sz="14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schedule(static default)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uniform work per row.</a:t>
            </a:r>
            <a:endParaRPr lang="en-US" sz="1400"/>
          </a:p>
        </p:txBody>
      </p:sp>
      <p:sp>
        <p:nvSpPr>
          <p:cNvPr id="6" name="Shape 4"/>
          <p:cNvSpPr/>
          <p:nvPr/>
        </p:nvSpPr>
        <p:spPr>
          <a:xfrm>
            <a:off x="365760" y="4480560"/>
            <a:ext cx="4206240" cy="457200"/>
          </a:xfrm>
          <a:prstGeom prst="roundRect">
            <a:avLst>
              <a:gd name="adj" fmla="val 16000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44805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design enabled this, row ranges, flat arrays, and read-only log_probs required minimal changes.</a:t>
            </a:r>
            <a:endParaRPr lang="en-US" sz="1300"/>
          </a:p>
        </p:txBody>
      </p:sp>
      <p:sp>
        <p:nvSpPr>
          <p:cNvPr id="8" name="Text 6"/>
          <p:cNvSpPr/>
          <p:nvPr/>
        </p:nvSpPr>
        <p:spPr>
          <a:xfrm>
            <a:off x="4846320" y="84124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Pragmas</a:t>
            </a:r>
            <a:endParaRPr lang="en-US" sz="1600"/>
          </a:p>
        </p:txBody>
      </p:sp>
      <p:sp>
        <p:nvSpPr>
          <p:cNvPr id="9" name="Text 7"/>
          <p:cNvSpPr/>
          <p:nvPr/>
        </p:nvSpPr>
        <p:spPr>
          <a:xfrm>
            <a:off x="4846320" y="1161288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accumulation  array reduction</a:t>
            </a:r>
            <a:endParaRPr lang="en-US" sz="1400"/>
          </a:p>
        </p:txBody>
      </p:sp>
      <p:sp>
        <p:nvSpPr>
          <p:cNvPr id="10" name="Shape 8"/>
          <p:cNvSpPr/>
          <p:nvPr/>
        </p:nvSpPr>
        <p:spPr>
          <a:xfrm>
            <a:off x="4846320" y="1389888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83480" y="1389888"/>
            <a:ext cx="3749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#pragma omp parallel for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110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reduction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(+:class_counts[:C]) \
</a:t>
            </a:r>
            <a:r>
              <a:rPr lang="en-US" sz="110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reduction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(+:feature_counts[:P])</a:t>
            </a:r>
            <a:endParaRPr lang="en-US" sz="1100"/>
          </a:p>
        </p:txBody>
      </p:sp>
      <p:sp>
        <p:nvSpPr>
          <p:cNvPr id="12" name="Text 10"/>
          <p:cNvSpPr/>
          <p:nvPr/>
        </p:nvSpPr>
        <p:spPr>
          <a:xfrm>
            <a:off x="4846320" y="2487168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400"/>
          </a:p>
        </p:txBody>
      </p:sp>
      <p:sp>
        <p:nvSpPr>
          <p:cNvPr id="13" name="Shape 11"/>
          <p:cNvSpPr/>
          <p:nvPr/>
        </p:nvSpPr>
        <p:spPr>
          <a:xfrm>
            <a:off x="4846320" y="2715768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83480" y="2715768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#pragma omp parallel for
</a:t>
            </a:r>
            <a:r>
              <a:rPr lang="en-US" sz="110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= 0; i &lt; rows; i++)
</a:t>
            </a:r>
            <a:r>
              <a:rPr lang="en-US" sz="110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predictions[i]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classify_row(...);</a:t>
            </a:r>
            <a:endParaRPr lang="en-US" sz="1100"/>
          </a:p>
        </p:txBody>
      </p:sp>
      <p:sp>
        <p:nvSpPr>
          <p:cNvPr id="15" name="Text 13"/>
          <p:cNvSpPr/>
          <p:nvPr/>
        </p:nvSpPr>
        <p:spPr>
          <a:xfrm>
            <a:off x="4846320" y="3602736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reduction</a:t>
            </a:r>
            <a:endParaRPr lang="en-US" sz="1400"/>
          </a:p>
        </p:txBody>
      </p:sp>
      <p:sp>
        <p:nvSpPr>
          <p:cNvPr id="16" name="Shape 14"/>
          <p:cNvSpPr/>
          <p:nvPr/>
        </p:nvSpPr>
        <p:spPr>
          <a:xfrm>
            <a:off x="4846320" y="3831336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983480" y="3831336"/>
            <a:ext cx="3749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#pragma omp parallel for
</a:t>
            </a:r>
            <a:r>
              <a:rPr lang="en-US" sz="110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reduction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(+:correct)
</a:t>
            </a:r>
            <a:r>
              <a:rPr lang="en-US" sz="110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= 0; i &lt; n; i++)
</a:t>
            </a:r>
            <a:r>
              <a:rPr lang="en-US" sz="110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(truth[i] == pred[i]) </a:t>
            </a:r>
            <a:r>
              <a:rPr lang="en-US" sz="110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correct++;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Approach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365760" y="84124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Approach</a:t>
            </a:r>
            <a:endParaRPr lang="en-US" sz="1600"/>
          </a:p>
        </p:txBody>
      </p:sp>
      <p:sp>
        <p:nvSpPr>
          <p:cNvPr id="5" name="Text 3"/>
          <p:cNvSpPr/>
          <p:nvPr/>
        </p:nvSpPr>
        <p:spPr>
          <a:xfrm>
            <a:off x="365760" y="1161288"/>
            <a:ext cx="425196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0</a:t>
            </a:r>
            <a:r>
              <a:rPr lang="en-US" sz="1400" b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all data</a:t>
            </a:r>
            <a:r>
              <a:rPr lang="en-US" sz="140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err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MPI_Bcast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distributes to all ranks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accumulate_counts_range</a:t>
            </a:r>
            <a:r>
              <a:rPr lang="en-US" sz="14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rows, </a:t>
            </a:r>
            <a:r>
              <a:rPr lang="en-US" sz="1400" err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MPI_Allreduce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sums counts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classify_dataset</a:t>
            </a:r>
            <a:r>
              <a:rPr lang="en-US" sz="14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rows, </a:t>
            </a:r>
            <a:r>
              <a:rPr lang="en-US" sz="1400" err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MPI_Allgatherv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collects predictions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build_truth</a:t>
            </a:r>
            <a:r>
              <a:rPr lang="en-US" sz="14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labels, </a:t>
            </a:r>
            <a:r>
              <a:rPr lang="en-US" sz="1400" err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MPI_Allgatherv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collects truth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compute_accuracy</a:t>
            </a:r>
            <a:r>
              <a:rPr lang="en-US" sz="14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counts, </a:t>
            </a:r>
            <a:r>
              <a:rPr lang="en-US" sz="1400" err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MPI_Allreduce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sums total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copy_rows</a:t>
            </a:r>
            <a:r>
              <a:rPr lang="en-US" sz="14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split, </a:t>
            </a:r>
            <a:r>
              <a:rPr lang="en-US" sz="1400" err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MPI_Allgatherv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rebuilds full dataset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confusion_matrix_binary</a:t>
            </a:r>
            <a:r>
              <a:rPr lang="en-US" sz="14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TN/FP/FN/TP, </a:t>
            </a:r>
            <a:r>
              <a:rPr lang="en-US" sz="1400" err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MPI_Reduce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rank 0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4846320" y="84124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Functions</a:t>
            </a:r>
            <a:endParaRPr lang="en-US" sz="1600"/>
          </a:p>
        </p:txBody>
      </p:sp>
      <p:sp>
        <p:nvSpPr>
          <p:cNvPr id="7" name="Text 5"/>
          <p:cNvSpPr/>
          <p:nvPr/>
        </p:nvSpPr>
        <p:spPr>
          <a:xfrm>
            <a:off x="4846320" y="1161288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Function: </a:t>
            </a:r>
            <a:r>
              <a:rPr lang="en-US" sz="1400" i="1" err="1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copy_rows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4846320" y="1389888"/>
            <a:ext cx="4023360" cy="1188720"/>
          </a:xfrm>
          <a:prstGeom prst="roundRect">
            <a:avLst>
              <a:gd name="adj" fmla="val 6667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983480" y="1389888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each rank copies its slice
</a:t>
            </a:r>
            <a:r>
              <a:rPr lang="en-US" sz="105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= 0; i &lt; local_rows; i++)
</a:t>
            </a:r>
            <a:r>
              <a:rPr lang="en-US" sz="105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memcpy</a:t>
            </a: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(&amp;local_dest[i*cols], &amp;src[...]);
</a:t>
            </a:r>
            <a:r>
              <a:rPr lang="en-US" sz="105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MPI_Allgatherv</a:t>
            </a: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(local_dest, local_rows*cols,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MPI_INT, dest, counts, displ,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MPI_INT, WORLD);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4846320" y="2635758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Function: </a:t>
            </a:r>
            <a:r>
              <a:rPr lang="en-US" sz="1400" i="1" err="1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confusion_matrix_binary</a:t>
            </a:r>
            <a:endParaRPr lang="en-US" sz="1400"/>
          </a:p>
        </p:txBody>
      </p:sp>
      <p:sp>
        <p:nvSpPr>
          <p:cNvPr id="11" name="Shape 9"/>
          <p:cNvSpPr/>
          <p:nvPr/>
        </p:nvSpPr>
        <p:spPr>
          <a:xfrm>
            <a:off x="4846320" y="2864358"/>
            <a:ext cx="4023360" cy="2103120"/>
          </a:xfrm>
          <a:prstGeom prst="roundRect">
            <a:avLst>
              <a:gd name="adj" fmla="val 3636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83480" y="2864358"/>
            <a:ext cx="3749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each rank counts its slice
</a:t>
            </a:r>
            <a:r>
              <a:rPr lang="en-US" sz="105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= 0; i &lt; local_n; i++) {
</a:t>
            </a:r>
            <a:r>
              <a:rPr lang="en-US" sz="105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</a:t>
            </a: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(truth[i]==0 &amp;&amp; pred[i]==0) </a:t>
            </a:r>
            <a:r>
              <a:rPr lang="en-US" sz="105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tn</a:t>
            </a: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++;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else if 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(truth[i]==1 &amp;&amp; pred[i]==1) </a:t>
            </a:r>
            <a:r>
              <a:rPr lang="en-US" sz="105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</a:t>
            </a: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++;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fp, fn ...
}
</a:t>
            </a:r>
            <a:r>
              <a:rPr lang="en-US" sz="105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MPI_Reduce</a:t>
            </a: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(local, global, 4, MPI_INT,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MPI_SUM, </a:t>
            </a:r>
            <a:endParaRPr lang="en-US" sz="1050"/>
          </a:p>
          <a:p>
            <a:pPr marL="0" indent="0">
              <a:buNone/>
            </a:pPr>
            <a:r>
              <a:rPr lang="en-US" sz="105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MPI_COMM_WORLD);</a:t>
            </a:r>
            <a:endParaRPr lang="en-US" sz="10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Approach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365760" y="84124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Approach</a:t>
            </a:r>
            <a:endParaRPr lang="en-US" sz="1600"/>
          </a:p>
        </p:txBody>
      </p:sp>
      <p:sp>
        <p:nvSpPr>
          <p:cNvPr id="5" name="Text 3"/>
          <p:cNvSpPr/>
          <p:nvPr/>
        </p:nvSpPr>
        <p:spPr>
          <a:xfrm>
            <a:off x="365760" y="1161288"/>
            <a:ext cx="425196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distributes row partitions across nodes
</a:t>
            </a: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OpenMP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parallelizes loops within each rank's slice
</a:t>
            </a: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levels of parallelism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inter-node via MPI, intra-node via OMP
</a:t>
            </a: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CV structure as MPI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fold loop serial, copy_rows and confusion_matrix_binary use MPI collectives
</a:t>
            </a: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mpiexec -n &lt;procs&gt; ./nb_hybrid ... &lt;threads&gt;
</a:t>
            </a: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design paid off twice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row ranges and flat arrays enabled both MPI and OMP with minimal changes</a:t>
            </a:r>
            <a:endParaRPr lang="en-US" sz="1600"/>
          </a:p>
        </p:txBody>
      </p:sp>
      <p:sp>
        <p:nvSpPr>
          <p:cNvPr id="6" name="Text 4"/>
          <p:cNvSpPr/>
          <p:nvPr/>
        </p:nvSpPr>
        <p:spPr>
          <a:xfrm>
            <a:off x="4754880" y="84124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accumulate_counts_range</a:t>
            </a:r>
            <a:r>
              <a:rPr lang="en-US" sz="14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MPI + OMP cooperating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4812545" y="1144658"/>
            <a:ext cx="4114800" cy="3846441"/>
          </a:xfrm>
          <a:prstGeom prst="roundRect">
            <a:avLst>
              <a:gd name="adj" fmla="val 2597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92040" y="1307658"/>
            <a:ext cx="3840480" cy="3520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MPI: each rank computes its row slice
</a:t>
            </a:r>
            <a:r>
              <a:rPr lang="en-US" sz="110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MPI_Comm_rank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(MPI_COMM_WORLD, &amp;rank);
</a:t>
            </a:r>
            <a:r>
              <a:rPr lang="en-US" sz="110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local_start = start + rank * (total/size);
</a:t>
            </a:r>
            <a:r>
              <a:rPr lang="en-US" sz="110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local_end   = local_start + (total/size);
</a:t>
            </a:r>
            <a:r>
              <a:rPr lang="en-US" sz="110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OMP: threads parallelize within this rank's slice
</a:t>
            </a:r>
            <a:r>
              <a:rPr lang="en-US" sz="110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#pragma omp parallel for </a:t>
            </a:r>
            <a:r>
              <a:rPr lang="en-US" sz="110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(static) \
</a:t>
            </a:r>
            <a:r>
              <a:rPr lang="en-US" sz="110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reduction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(+:class_counts[:C]) \
</a:t>
            </a:r>
            <a:r>
              <a:rPr lang="en-US" sz="110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reduction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(+:feature_counts[:P])
</a:t>
            </a:r>
            <a:r>
              <a:rPr lang="en-US" sz="110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= local_start; i &lt; local_end; i++) {
</a:t>
            </a:r>
            <a:r>
              <a:rPr lang="en-US" sz="110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... accumulate counts ...
}
// MPI: sum all rank counts into global totals
</a:t>
            </a:r>
            <a:r>
              <a:rPr lang="en-US" sz="110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MPI_Allreduce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(local_class, class_counts,
  C, MPI_LONG_LONG, MPI_SUM, WORLD);
</a:t>
            </a:r>
            <a:r>
              <a:rPr lang="en-US" sz="110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MPI_Allreduce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(local_feat, feature_counts,</a:t>
            </a:r>
            <a:endParaRPr lang="en-US" sz="1100"/>
          </a:p>
          <a:p>
            <a:pPr marL="0" indent="0">
              <a:buNone/>
            </a:pP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P, MPI_LONG_LONG, MPI_SUM, WORLD);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Setup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365760" y="850392"/>
            <a:ext cx="8412480" cy="1209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on two systems: ISU Linux Cluster and SDSC Expanse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n-US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phase: each configuration run 5 times and averaged</a:t>
            </a:r>
            <a:endParaRPr lang="en-US"/>
          </a:p>
          <a:p>
            <a:pPr marL="342900" indent="-342900">
              <a:buSzPct val="100000"/>
              <a:buChar char="•"/>
            </a:pPr>
            <a:endParaRPr lang="en-US" sz="1600"/>
          </a:p>
        </p:txBody>
      </p:sp>
      <p:sp>
        <p:nvSpPr>
          <p:cNvPr id="6" name="Text 4"/>
          <p:cNvSpPr/>
          <p:nvPr/>
        </p:nvSpPr>
        <p:spPr>
          <a:xfrm>
            <a:off x="228600" y="1945747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 (SDSC)</a:t>
            </a:r>
            <a:endParaRPr lang="en-US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5988321"/>
              </p:ext>
            </p:extLst>
          </p:nvPr>
        </p:nvGraphicFramePr>
        <p:xfrm>
          <a:off x="228600" y="2201779"/>
          <a:ext cx="4114800" cy="246888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Correctness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4 implementations on heart dataset, 1 run each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Scaling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D1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Serial, OMP 8t, MPI 8p, Hybrid 2p×4t — once each at 20k, 100k, 500k, 1m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D1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(1m)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C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OMP: 1,2,4,8,16 threads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MPI: 1,2,4,8,16 procs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Hybrid: all </a:t>
                      </a:r>
                      <a:r>
                        <a:rPr lang="en-US" sz="1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proc * thread</a:t>
                      </a: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combos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runs each, averaged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C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800600" y="1945747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 (ISU)</a:t>
            </a:r>
            <a:endParaRPr lang="en-US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70708"/>
              </p:ext>
            </p:extLst>
          </p:nvPr>
        </p:nvGraphicFramePr>
        <p:xfrm>
          <a:off x="4800600" y="2201779"/>
          <a:ext cx="4114800" cy="246888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Correctness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DD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4 implementations on heart dataset, 1 run each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DD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Scaling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4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Serial, OMP 8t, MPI 8p, Hybrid 2p×4t — once each at 20k, 100k, 500k, 1m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4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(1m)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OMP: 1,2,4,8 threads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MPI: 1,2,4,8 procs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Hybrid: all </a:t>
                      </a:r>
                      <a:r>
                        <a:rPr lang="en-US" sz="1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proc * thread</a:t>
                      </a: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combos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runs each, averaged</a:t>
                      </a:r>
                      <a:endParaRPr lang="en-US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OpenMP Results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Expanse: </a:t>
            </a:r>
            <a:r>
              <a:rPr lang="en-US" sz="1600">
                <a:solidFill>
                  <a:srgbClr val="444444"/>
                </a:solidFill>
              </a:rPr>
              <a:t>Scales to 8.41x at 16 threads. Efficiency stays above 0.8 through 4 threads.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600" b="1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Cluster: </a:t>
            </a:r>
            <a:r>
              <a:rPr lang="en-US" sz="1600">
                <a:solidFill>
                  <a:srgbClr val="444444"/>
                </a:solidFill>
              </a:rPr>
              <a:t>Tops out at 3.62x at 8 threads due to fewer cores and higher thread overhead.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743B7A9-4CED-8A57-1729-02A735DD6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00" y="2100432"/>
            <a:ext cx="69436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Results (Signs of bottleneck)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FDE8DF"/>
          </a:solidFill>
          <a:ln w="12700">
            <a:solidFill>
              <a:srgbClr val="993C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Expanse: 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peaks at 4 procs (1.88x) then regresses back near serial.
</a:t>
            </a:r>
            <a:r>
              <a:rPr lang="en-US" sz="1600" b="1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Cluster: 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Barely moves off 1x across all counts. Something is limiting MPI performance.</a:t>
            </a:r>
            <a:endParaRPr lang="en-US" sz="16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55D704-6178-4EE9-0FC2-B3BF1EE42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852" y="2098590"/>
            <a:ext cx="6976295" cy="293985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Results (Expanse thread bottleneck)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D1FAE5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600" b="1" dirty="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Expanse: </a:t>
            </a:r>
            <a:r>
              <a:rPr lang="en-US" sz="1600" dirty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Reaches 6.18x at 8p x 16t. Hybrid not scaling by process or threads alone.
</a:t>
            </a:r>
            <a:r>
              <a:rPr lang="en-US" sz="1600" b="1" dirty="0">
                <a:solidFill>
                  <a:srgbClr val="993C1D"/>
                </a:solidFill>
                <a:latin typeface="Calibri"/>
                <a:ea typeface="Calibri"/>
                <a:cs typeface="Calibri"/>
              </a:rPr>
              <a:t>Linux Cluster: </a:t>
            </a:r>
            <a:r>
              <a:rPr lang="en-US" sz="160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Peaks at 2.9x at 1p x 8t. However, on Linux</a:t>
            </a:r>
            <a:r>
              <a:rPr lang="en-US" sz="1600" dirty="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 hybrid is scaling by thread.</a:t>
            </a:r>
            <a:endParaRPr lang="en-US" sz="1600" dirty="0">
              <a:latin typeface="Calibri"/>
              <a:ea typeface="Calibri"/>
              <a:cs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4C75C2-3116-4E8F-379A-10ED380FD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986" y="2100942"/>
            <a:ext cx="7266027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Time Goes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dominates: 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accounts for ~79% of serial runtime. Train and classify are fast.
</a:t>
            </a:r>
            <a:r>
              <a:rPr lang="en-US" sz="1600" b="1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OMP reduces CV: 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parallelize inside each fold's train and classify calls.</a:t>
            </a:r>
            <a:endParaRPr lang="en-US" sz="16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ECF00D-EACD-8793-60F6-59DEF2C41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26" y="2098590"/>
            <a:ext cx="7173095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Results: Train + Classify Only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FDE8DF"/>
          </a:solidFill>
          <a:ln w="12700">
            <a:solidFill>
              <a:srgbClr val="993C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CV is excluded: 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train and classify reach 9.07x on Expanse at 16 procs.
</a:t>
            </a: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was never the algorithm. 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broadcasts the full dataset on every fold split.</a:t>
            </a:r>
            <a:endParaRPr lang="en-US" sz="16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2F5673E-BE94-8309-9CB7-EB94EB52AA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852" y="2098590"/>
            <a:ext cx="6976295" cy="293985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the Bottlenecks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274320" y="86868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Isolating the Problem</a:t>
            </a:r>
            <a:endParaRPr lang="en-US" sz="1600"/>
          </a:p>
        </p:txBody>
      </p:sp>
      <p:sp>
        <p:nvSpPr>
          <p:cNvPr id="5" name="Text 3"/>
          <p:cNvSpPr/>
          <p:nvPr/>
        </p:nvSpPr>
        <p:spPr>
          <a:xfrm>
            <a:off x="274320" y="1188720"/>
            <a:ext cx="4251960" cy="30175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D3B6E"/>
                </a:solidFill>
                <a:latin typeface="Calibri"/>
                <a:ea typeface="Calibri"/>
                <a:cs typeface="Calibri"/>
              </a:rPr>
              <a:t>MPI </a:t>
            </a:r>
            <a:r>
              <a:rPr lang="en-US" sz="1400" b="1" err="1">
                <a:solidFill>
                  <a:srgbClr val="0D3B6E"/>
                </a:solidFill>
                <a:latin typeface="Calibri"/>
                <a:ea typeface="Calibri"/>
                <a:cs typeface="Calibri"/>
              </a:rPr>
              <a:t>train+classify</a:t>
            </a:r>
            <a:r>
              <a:rPr lang="en-US" sz="1400" b="1">
                <a:solidFill>
                  <a:srgbClr val="0D3B6E"/>
                </a:solidFill>
                <a:latin typeface="Calibri"/>
                <a:ea typeface="Calibri"/>
                <a:cs typeface="Calibri"/>
              </a:rPr>
              <a:t> scales to 9.07x</a:t>
            </a:r>
            <a:r>
              <a:rPr lang="en-US" sz="140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 algorithm is not the problem
</a:t>
            </a:r>
            <a:r>
              <a:rPr lang="en-US" sz="1400" b="1">
                <a:solidFill>
                  <a:srgbClr val="0D3B6E"/>
                </a:solidFill>
                <a:latin typeface="Calibri"/>
                <a:ea typeface="Calibri"/>
                <a:cs typeface="Calibri"/>
              </a:rPr>
              <a:t>Add CV back and speedup collapses to 1.88x</a:t>
            </a:r>
            <a:r>
              <a:rPr lang="en-US" sz="140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 bottleneck lives inside </a:t>
            </a:r>
            <a:r>
              <a:rPr lang="en-US" sz="1400" err="1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cross_validate</a:t>
            </a:r>
            <a:r>
              <a:rPr lang="en-US" sz="140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
</a:t>
            </a:r>
            <a:r>
              <a:rPr lang="en-US" sz="1400" b="1" err="1">
                <a:solidFill>
                  <a:srgbClr val="0D3B6E"/>
                </a:solidFill>
                <a:latin typeface="Calibri"/>
                <a:ea typeface="Calibri"/>
                <a:cs typeface="Calibri"/>
              </a:rPr>
              <a:t>copy_rows</a:t>
            </a:r>
            <a:r>
              <a:rPr lang="en-US" sz="1400" b="1">
                <a:solidFill>
                  <a:srgbClr val="0D3B6E"/>
                </a:solidFill>
                <a:latin typeface="Calibri"/>
                <a:ea typeface="Calibri"/>
                <a:cs typeface="Calibri"/>
              </a:rPr>
              <a:t> is only called from </a:t>
            </a:r>
            <a:r>
              <a:rPr lang="en-US" sz="1400" b="1" err="1">
                <a:solidFill>
                  <a:srgbClr val="0D3B6E"/>
                </a:solidFill>
                <a:latin typeface="Calibri"/>
                <a:ea typeface="Calibri"/>
                <a:cs typeface="Calibri"/>
              </a:rPr>
              <a:t>cross_validate</a:t>
            </a:r>
            <a:r>
              <a:rPr lang="en-US" sz="140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 never during main train or classify
</a:t>
            </a:r>
            <a:r>
              <a:rPr lang="en-US" sz="1400" b="1">
                <a:solidFill>
                  <a:srgbClr val="0D3B6E"/>
                </a:solidFill>
                <a:latin typeface="Calibri"/>
                <a:ea typeface="Calibri"/>
                <a:cs typeface="Calibri"/>
              </a:rPr>
              <a:t>Called twice per fold x 5 folds</a:t>
            </a:r>
            <a:r>
              <a:rPr lang="en-US" sz="140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 10 </a:t>
            </a:r>
            <a:r>
              <a:rPr lang="en-US" sz="1400" err="1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MPI_Allgatherv</a:t>
            </a:r>
            <a:r>
              <a:rPr lang="en-US" sz="140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 broadcasts per run
</a:t>
            </a:r>
            <a:r>
              <a:rPr lang="en-US" sz="1400" b="1">
                <a:solidFill>
                  <a:srgbClr val="0D3B6E"/>
                </a:solidFill>
                <a:latin typeface="Calibri"/>
                <a:ea typeface="Calibri"/>
                <a:cs typeface="Calibri"/>
              </a:rPr>
              <a:t>Every rank already has the full dataset</a:t>
            </a:r>
            <a:r>
              <a:rPr lang="en-US" sz="140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 each rank could build fold splits locally with zero communication
</a:t>
            </a:r>
            <a:r>
              <a:rPr lang="en-US" sz="1400" b="1">
                <a:solidFill>
                  <a:srgbClr val="0D3B6E"/>
                </a:solidFill>
                <a:latin typeface="Calibri"/>
                <a:ea typeface="Calibri"/>
                <a:cs typeface="Calibri"/>
              </a:rPr>
              <a:t>Hybrid threads bound on Expanse</a:t>
            </a:r>
            <a:r>
              <a:rPr lang="en-US" sz="1400">
                <a:solidFill>
                  <a:srgbClr val="444444"/>
                </a:solidFill>
                <a:latin typeface="Calibri"/>
                <a:ea typeface="Calibri"/>
                <a:cs typeface="Calibri"/>
              </a:rPr>
              <a:t> due to </a:t>
            </a:r>
            <a:r>
              <a:rPr lang="en-US" sz="1400">
                <a:solidFill>
                  <a:srgbClr val="444444"/>
                </a:solidFill>
              </a:rPr>
              <a:t>--map-by and --bind-to core flags, this prevented scaling</a:t>
            </a:r>
          </a:p>
        </p:txBody>
      </p:sp>
      <p:sp>
        <p:nvSpPr>
          <p:cNvPr id="6" name="Shape 4"/>
          <p:cNvSpPr/>
          <p:nvPr/>
        </p:nvSpPr>
        <p:spPr>
          <a:xfrm>
            <a:off x="274320" y="4315968"/>
            <a:ext cx="4251960" cy="640080"/>
          </a:xfrm>
          <a:prstGeom prst="roundRect">
            <a:avLst>
              <a:gd name="adj" fmla="val 11429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315968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function. </a:t>
            </a:r>
            <a:r>
              <a:rPr lang="en-US" sz="140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rank can build its own fold split from data it already has no MPI_Allgatherv needed.</a:t>
            </a:r>
            <a:endParaRPr lang="en-US" sz="1400"/>
          </a:p>
        </p:txBody>
      </p:sp>
      <p:sp>
        <p:nvSpPr>
          <p:cNvPr id="8" name="Text 6"/>
          <p:cNvSpPr/>
          <p:nvPr/>
        </p:nvSpPr>
        <p:spPr>
          <a:xfrm>
            <a:off x="4754880" y="868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err="1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copy_rows</a:t>
            </a:r>
            <a:r>
              <a:rPr lang="en-US" sz="1600" b="1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bottleneck</a:t>
            </a:r>
            <a:endParaRPr lang="en-US" sz="1600"/>
          </a:p>
        </p:txBody>
      </p:sp>
      <p:sp>
        <p:nvSpPr>
          <p:cNvPr id="10" name="Shape 8"/>
          <p:cNvSpPr/>
          <p:nvPr/>
        </p:nvSpPr>
        <p:spPr>
          <a:xfrm>
            <a:off x="4754880" y="1245228"/>
            <a:ext cx="4114800" cy="3529584"/>
          </a:xfrm>
          <a:prstGeom prst="roundRect">
            <a:avLst>
              <a:gd name="adj" fmla="val 2591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1245228"/>
            <a:ext cx="3840480" cy="3529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</a:t>
            </a: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copy_rows(src, cols, indices, n_rows, dest) {
</a:t>
            </a:r>
            <a:r>
              <a:rPr lang="en-US" sz="105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each rank copies its slice
</a:t>
            </a:r>
            <a:r>
              <a:rPr lang="en-US" sz="105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</a:t>
            </a: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local_rows = n_rows / size;
</a:t>
            </a:r>
            <a:r>
              <a:rPr lang="en-US" sz="105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</a:t>
            </a: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= 0; i &lt; local_rows; i++)
</a:t>
            </a:r>
            <a:r>
              <a:rPr lang="en-US" sz="105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memcpy</a:t>
            </a: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(&amp;local[i*cols],
           &amp;src[idx[i]*cols], ...);
</a:t>
            </a:r>
            <a:r>
              <a:rPr lang="en-US" sz="105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broadcast full result to all ranks
</a:t>
            </a:r>
            <a:r>
              <a:rPr lang="en-US" sz="105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MPI_Allgatherv</a:t>
            </a: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
    local, local_rows * cols, MPI_INT,
    dest, recv_counts, displacements,
    MPI_INT, MPI_COMM_WORLD
  );
}
</a:t>
            </a:r>
            <a:r>
              <a:rPr lang="en-US" sz="105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inside </a:t>
            </a:r>
            <a:r>
              <a:rPr lang="en-US" sz="1050" err="1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cross_validate</a:t>
            </a:r>
            <a:r>
              <a:rPr lang="en-US" sz="105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per fold:
</a:t>
            </a:r>
            <a:r>
              <a:rPr lang="en-US" sz="105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copy_rows</a:t>
            </a: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(..., train_idx, train_size, ...);
</a:t>
            </a:r>
            <a:r>
              <a:rPr lang="en-US" sz="105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copy_rows</a:t>
            </a: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(..., test_idx,  test_size,  ...);</a:t>
            </a:r>
            <a:endParaRPr lang="en-US" sz="105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Fixing the Bottleneck</a:t>
            </a:r>
            <a:endParaRPr lang="en-US" sz="3000"/>
          </a:p>
        </p:txBody>
      </p:sp>
      <p:sp>
        <p:nvSpPr>
          <p:cNvPr id="4" name="Text 2"/>
          <p:cNvSpPr/>
          <p:nvPr/>
        </p:nvSpPr>
        <p:spPr>
          <a:xfrm>
            <a:off x="274320" y="86868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600"/>
          </a:p>
        </p:txBody>
      </p:sp>
      <p:sp>
        <p:nvSpPr>
          <p:cNvPr id="5" name="Text 3"/>
          <p:cNvSpPr/>
          <p:nvPr/>
        </p:nvSpPr>
        <p:spPr>
          <a:xfrm>
            <a:off x="274320" y="1188720"/>
            <a:ext cx="42519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copy_rows deleted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every rank already has the full dataset, no broadcast needed
</a:t>
            </a:r>
            <a:r>
              <a:rPr lang="en-US" sz="1400" b="1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accumulate_counts_range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added </a:t>
            </a:r>
            <a:r>
              <a:rPr lang="en-US" sz="1400" err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row_indices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parameter
</a:t>
            </a:r>
            <a:r>
              <a:rPr lang="en-US" sz="1400" b="1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classify_dataset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same row_indices parameter added
</a:t>
            </a:r>
            <a:r>
              <a:rPr lang="en-US" sz="1400" b="1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build_truth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same row_indices parameter added
</a:t>
            </a:r>
            <a:r>
              <a:rPr lang="en-US" sz="1400" b="1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cross_validate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removed train_data/test_data malloc and copy_rows calls; passes train_idx/test_idx directly
</a:t>
            </a:r>
            <a:r>
              <a:rPr lang="en-US" sz="1400" b="1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sbash</a:t>
            </a:r>
            <a:r>
              <a:rPr lang="en-US" sz="1400" b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map and bind flags and included </a:t>
            </a:r>
            <a:r>
              <a:rPr lang="en-US" sz="1400">
                <a:solidFill>
                  <a:srgbClr val="444444"/>
                </a:solidFill>
              </a:rPr>
              <a:t>--bind-to none on every hybrid </a:t>
            </a:r>
            <a:r>
              <a:rPr lang="en-US" sz="1400" err="1">
                <a:solidFill>
                  <a:srgbClr val="444444"/>
                </a:solidFill>
              </a:rPr>
              <a:t>mpiexec</a:t>
            </a:r>
            <a:r>
              <a:rPr lang="en-US" sz="1400">
                <a:solidFill>
                  <a:srgbClr val="444444"/>
                </a:solidFill>
              </a:rPr>
              <a:t> call</a:t>
            </a:r>
          </a:p>
        </p:txBody>
      </p:sp>
      <p:sp>
        <p:nvSpPr>
          <p:cNvPr id="6" name="Shape 4"/>
          <p:cNvSpPr/>
          <p:nvPr/>
        </p:nvSpPr>
        <p:spPr>
          <a:xfrm>
            <a:off x="274320" y="4315968"/>
            <a:ext cx="4251960" cy="640080"/>
          </a:xfrm>
          <a:prstGeom prst="roundRect">
            <a:avLst>
              <a:gd name="adj" fmla="val 11429"/>
            </a:avLst>
          </a:prstGeom>
          <a:solidFill>
            <a:srgbClr val="D1FAE5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315968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r>
              <a:rPr lang="en-US" sz="140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full-dataset broadcasts per CV run eliminated. Hybrid and MPI scale properly.</a:t>
            </a:r>
            <a:endParaRPr lang="en-US" sz="1400"/>
          </a:p>
        </p:txBody>
      </p:sp>
      <p:sp>
        <p:nvSpPr>
          <p:cNvPr id="8" name="Text 6"/>
          <p:cNvSpPr/>
          <p:nvPr/>
        </p:nvSpPr>
        <p:spPr>
          <a:xfrm>
            <a:off x="4754880" y="868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cross_validate: build indices, pass directly</a:t>
            </a:r>
            <a:endParaRPr lang="en-US" sz="1600"/>
          </a:p>
        </p:txBody>
      </p:sp>
      <p:sp>
        <p:nvSpPr>
          <p:cNvPr id="10" name="Shape 8"/>
          <p:cNvSpPr/>
          <p:nvPr/>
        </p:nvSpPr>
        <p:spPr>
          <a:xfrm>
            <a:off x="4754880" y="1265165"/>
            <a:ext cx="4114800" cy="3193151"/>
          </a:xfrm>
          <a:prstGeom prst="roundRect">
            <a:avLst>
              <a:gd name="adj" fmla="val 2591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1096949"/>
            <a:ext cx="3840480" cy="3529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(fold = 0; fold &lt; k; fold++) {
</a:t>
            </a:r>
            <a:r>
              <a:rPr lang="en-US" sz="110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build index arrays locally
</a:t>
            </a:r>
            <a:r>
              <a:rPr lang="en-US" sz="110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= 0; i &lt; n; i++) {
</a:t>
            </a:r>
            <a:r>
              <a:rPr lang="en-US" sz="110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/ fold_size == fold)
</a:t>
            </a:r>
            <a:r>
              <a:rPr lang="en-US" sz="110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test_idx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[test_size++] = i;
</a:t>
            </a:r>
            <a:r>
              <a:rPr lang="en-US" sz="110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
</a:t>
            </a:r>
            <a:r>
              <a:rPr lang="en-US" sz="110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train_idx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[train_size++] = i;
  }
</a:t>
            </a:r>
            <a:r>
              <a:rPr lang="en-US" sz="110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pass indices, no copy, no broadcast
</a:t>
            </a:r>
            <a:r>
              <a:rPr lang="en-US" sz="110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accumulate_counts_range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(..., </a:t>
            </a:r>
            <a:r>
              <a:rPr lang="en-US" sz="110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train_idx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
</a:t>
            </a:r>
            <a:r>
              <a:rPr lang="en-US" sz="110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classify_dataset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(..., pred_test, </a:t>
            </a:r>
            <a:r>
              <a:rPr lang="en-US" sz="110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test_idx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
</a:t>
            </a:r>
            <a:r>
              <a:rPr lang="en-US" sz="110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build_truth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(..., y_test, </a:t>
            </a:r>
            <a:r>
              <a:rPr lang="en-US" sz="110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test_idx</a:t>
            </a:r>
            <a:r>
              <a:rPr lang="en-US" sz="110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/>
          </a:p>
          <a:p>
            <a:pPr marL="0" indent="0">
              <a:buNone/>
            </a:pPr>
            <a:r>
              <a:rPr lang="en-US" sz="105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Results: After the Fix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FDE8DF"/>
          </a:solidFill>
          <a:ln w="12700">
            <a:solidFill>
              <a:srgbClr val="993C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Expanse: 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cleanly to 6.55x at 16 procs. Up from 1.88x in v1.
</a:t>
            </a:r>
            <a:r>
              <a:rPr lang="en-US" sz="1600" b="1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Cluster: 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2.67x at 8 procs. Up from 1.28x in v1.</a:t>
            </a:r>
            <a:endParaRPr lang="en-US" sz="16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644991-4434-58E9-21C4-A6CB90D28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706" y="2100432"/>
            <a:ext cx="7160588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Results: After the Fix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D1FAE5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Expanse: 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jumps to 8.06x at 4p x 16t. Up from 6.18x in v1. Heatmap is now much darker.
</a:t>
            </a:r>
            <a:r>
              <a:rPr lang="en-US" sz="1600" b="1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Cluster: 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config hits 3.13x at 2p x 8t. Up from 2.90x in v1.</a:t>
            </a:r>
            <a:endParaRPr lang="en-US" sz="16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F88791-8208-521D-4CB7-33B57ECE7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986" y="2104464"/>
            <a:ext cx="7266027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Efficiency: OMP vs MPI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OMP: 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stays above 0.8 through 4 threads on Expanse. Drops at 16.
</a:t>
            </a:r>
            <a:r>
              <a:rPr lang="en-US" sz="1600" b="1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v2: 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now tracks OMP closely. v1 collapsed due to broadcast overhead.</a:t>
            </a:r>
            <a:endParaRPr lang="en-US" sz="16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564311-76F5-EB79-1A98-6F93BE84A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703" y="2100432"/>
            <a:ext cx="7160588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Data-Size Scaling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Expanse: 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OMP, MPI, and Hybrid improve performance as N increases.
</a:t>
            </a:r>
            <a:r>
              <a:rPr lang="en-US" sz="1600" b="1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Cluster: 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increases initially then decreases as N increases.</a:t>
            </a:r>
            <a:endParaRPr lang="en-US" sz="16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C5AA48-6CB4-FC70-7292-9F25A73D56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737" y="2100432"/>
            <a:ext cx="6060994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Configuration Summary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Expanse: 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OMP leads at 8.41x. MPI v2 reaches 6.55x. Hybrid peaks at 8.06x.
</a:t>
            </a:r>
            <a:r>
              <a:rPr lang="en-US" sz="1600" b="1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Cluster: </a:t>
            </a:r>
            <a:r>
              <a:rPr lang="en-US" sz="160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OMP leads at 3.29x. MPI v2 reaches 2.67x. Hybrid peaks at 3.13x.</a:t>
            </a:r>
            <a:endParaRPr lang="en-US" sz="16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978B677-D81D-C778-2E62-0DAE6A7DF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0" y="2100432"/>
            <a:ext cx="7475219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160520" cy="1920240"/>
          </a:xfrm>
          <a:prstGeom prst="roundRect">
            <a:avLst>
              <a:gd name="adj" fmla="val 4762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&amp; Methodology</a:t>
            </a:r>
            <a:endParaRPr lang="en-US" sz="1600"/>
          </a:p>
        </p:txBody>
      </p:sp>
      <p:sp>
        <p:nvSpPr>
          <p:cNvPr id="6" name="Text 4"/>
          <p:cNvSpPr/>
          <p:nvPr/>
        </p:nvSpPr>
        <p:spPr>
          <a:xfrm>
            <a:off x="457200" y="1216152"/>
            <a:ext cx="3840480" cy="1508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>
              <a:spcAft>
                <a:spcPts val="400"/>
              </a:spcAft>
            </a:pPr>
            <a:r>
              <a:rPr lang="en-US" sz="140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sbash</a:t>
            </a:r>
            <a:r>
              <a:rPr lang="en-US" sz="14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scripts,  Python parser, </a:t>
            </a:r>
            <a:r>
              <a:rPr lang="en-US" sz="140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Jupyter</a:t>
            </a:r>
            <a:r>
              <a:rPr lang="en-US" sz="14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 notebook created a fast feedback loop
Timing each phase independently revealed that CV dominated runtime 
Data visualization caught the MPI bottleneck and </a:t>
            </a:r>
            <a:r>
              <a:rPr lang="en-US" sz="14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Hybrid bottleneck driving the v2 fix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74320" y="2880360"/>
            <a:ext cx="4160520" cy="2011680"/>
          </a:xfrm>
          <a:prstGeom prst="roundRect">
            <a:avLst>
              <a:gd name="adj" fmla="val 4545"/>
            </a:avLst>
          </a:prstGeom>
          <a:solidFill>
            <a:srgbClr val="D1FAE5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926080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/>
          </a:p>
        </p:txBody>
      </p:sp>
      <p:sp>
        <p:nvSpPr>
          <p:cNvPr id="9" name="Text 7"/>
          <p:cNvSpPr/>
          <p:nvPr/>
        </p:nvSpPr>
        <p:spPr>
          <a:xfrm>
            <a:off x="457200" y="3227832"/>
            <a:ext cx="3840480" cy="16002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OMP scaled well on both systems:  design paid off
MPI v1 bottlenecked by </a:t>
            </a:r>
            <a:r>
              <a:rPr lang="en-US" sz="1400" dirty="0" err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copy_rows</a:t>
            </a:r>
            <a:r>
              <a:rPr lang="en-US" sz="14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, v2 fixed it and scaled to 6.55x on Expanse
Hybrid v2 reached 8.06x combining both levels of parallelism</a:t>
            </a:r>
          </a:p>
          <a:p>
            <a:pPr>
              <a:spcAft>
                <a:spcPts val="400"/>
              </a:spcAft>
            </a:pPr>
            <a:r>
              <a:rPr lang="en-US" sz="14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Both MPI and Hybrid </a:t>
            </a:r>
            <a:r>
              <a:rPr lang="en-US" sz="140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underperformed OMP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709160" y="868680"/>
            <a:ext cx="4160520" cy="2148840"/>
          </a:xfrm>
          <a:prstGeom prst="roundRect">
            <a:avLst>
              <a:gd name="adj" fmla="val 4255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914400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 16p x 16t Collapse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4892040" y="1216152"/>
            <a:ext cx="3840480" cy="1737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r>
              <a:rPr lang="en-US" sz="1400" dirty="0"/>
              <a:t>Allocated 4 nodes × 16 tasks × 8 CPUs to fully utilize 128 cores per node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r>
              <a:rPr lang="en-US" sz="1400"/>
              <a:t>--bind-to none untethered threads from specific cores but all 16 threads still run within their rank 16 threads per rank exceeded the 8-CPU ceiling; more nodes cannot fix intra-rank oversubscription</a:t>
            </a:r>
            <a:endParaRPr lang="en-US" sz="1400">
              <a:ea typeface="Calibri" panose="020F0502020204030204"/>
              <a:cs typeface="Calibri" panose="020F0502020204030204"/>
            </a:endParaRPr>
          </a:p>
          <a:p>
            <a:r>
              <a:rPr lang="en-US" sz="1400"/>
              <a:t>Collapse to 0.628x below serial is the expected result of 2:1 thread oversubscription </a:t>
            </a:r>
            <a:r>
              <a:rPr lang="en-US" sz="1400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
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709160" y="3108960"/>
            <a:ext cx="4160520" cy="1783080"/>
          </a:xfrm>
          <a:prstGeom prst="roundRect">
            <a:avLst>
              <a:gd name="adj" fmla="val 5128"/>
            </a:avLst>
          </a:prstGeom>
          <a:solidFill>
            <a:srgbClr val="FDE8DF"/>
          </a:solidFill>
          <a:ln w="12700">
            <a:solidFill>
              <a:srgbClr val="993C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92040" y="3154680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 Observations</a:t>
            </a:r>
            <a:endParaRPr lang="en-US" sz="1600"/>
          </a:p>
        </p:txBody>
      </p:sp>
      <p:sp>
        <p:nvSpPr>
          <p:cNvPr id="15" name="Text 13"/>
          <p:cNvSpPr/>
          <p:nvPr/>
        </p:nvSpPr>
        <p:spPr>
          <a:xfrm>
            <a:off x="4892040" y="3456432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1400"/>
              <a:t>MPI scaling on the Linux cluster was modest, reaching only 2.67x at 8 procs</a:t>
            </a:r>
          </a:p>
          <a:p>
            <a:pPr>
              <a:spcAft>
                <a:spcPts val="400"/>
              </a:spcAft>
            </a:pPr>
            <a:r>
              <a:rPr lang="en-US" sz="14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peaked at 3.13x (2p×8t): oversubscription degraded performance beyond 4 procs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40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parallelization strategy gains much from larger data, suggesting memory bandwidth limits</a:t>
            </a:r>
            <a:endParaRPr lang="en-US" sz="14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BAD0DE-0E86-ADCA-291A-353AF0A62265}"/>
              </a:ext>
            </a:extLst>
          </p:cNvPr>
          <p:cNvSpPr txBox="1"/>
          <p:nvPr/>
        </p:nvSpPr>
        <p:spPr>
          <a:xfrm>
            <a:off x="362465" y="1112108"/>
            <a:ext cx="8781535" cy="375487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400" b="1"/>
              <a:t>[1] CDC BRFSS 2015 Diabetes Health Indicators. UCI ML Repository.</a:t>
            </a:r>
          </a:p>
          <a:p>
            <a:r>
              <a:rPr lang="en-US" sz="1400"/>
              <a:t>    https://archive.ics.uci.edu/dataset/891/cdc+diabetes+health+indicators</a:t>
            </a:r>
          </a:p>
          <a:p>
            <a:endParaRPr lang="en-US" sz="1400"/>
          </a:p>
          <a:p>
            <a:r>
              <a:rPr lang="en-US" sz="1400" b="1"/>
              <a:t>[2] Teboul, A. Heart Disease Health Indicators Dataset. Kaggle, 2021.</a:t>
            </a:r>
            <a:endParaRPr lang="en-US" sz="1400" b="1">
              <a:ea typeface="Calibri"/>
              <a:cs typeface="Calibri"/>
            </a:endParaRPr>
          </a:p>
          <a:p>
            <a:r>
              <a:rPr lang="en-US" sz="1400"/>
              <a:t>    https://www.kaggle.com/datasets/alexteboul/heart-disease-health-indicators-dataset</a:t>
            </a:r>
          </a:p>
          <a:p>
            <a:endParaRPr lang="en-US" sz="1400"/>
          </a:p>
          <a:p>
            <a:r>
              <a:rPr lang="en-US" sz="1400" b="1"/>
              <a:t>[3] OpenMP Architecture Review Board. OpenMP API Specification, Version 5.2, 2021.</a:t>
            </a:r>
            <a:endParaRPr lang="en-US" sz="1400" b="1">
              <a:ea typeface="Calibri"/>
              <a:cs typeface="Calibri"/>
            </a:endParaRPr>
          </a:p>
          <a:p>
            <a:r>
              <a:rPr lang="en-US" sz="1400"/>
              <a:t>    https://www.openmp.org/specifications/</a:t>
            </a:r>
          </a:p>
          <a:p>
            <a:endParaRPr lang="en-US" sz="1400"/>
          </a:p>
          <a:p>
            <a:r>
              <a:rPr lang="en-US" sz="1400" b="1"/>
              <a:t>[4] The Open MPI Project. Open MPI: A High Performance Message Passing Library.</a:t>
            </a:r>
            <a:endParaRPr lang="en-US" sz="1400" b="1">
              <a:ea typeface="Calibri"/>
              <a:cs typeface="Calibri"/>
            </a:endParaRPr>
          </a:p>
          <a:p>
            <a:r>
              <a:rPr lang="en-US" sz="1400"/>
              <a:t>    https://www.open-mpi.org/</a:t>
            </a:r>
          </a:p>
          <a:p>
            <a:endParaRPr lang="en-US" sz="1400" b="1">
              <a:ea typeface="Calibri"/>
              <a:cs typeface="Calibri"/>
            </a:endParaRPr>
          </a:p>
          <a:p>
            <a:r>
              <a:rPr lang="en-US" sz="1400" b="1"/>
              <a:t>[5] San Diego Supercomputer Center. SDSC Expanse User Guide.</a:t>
            </a:r>
            <a:endParaRPr lang="en-US" sz="1400" b="1">
              <a:ea typeface="Calibri"/>
              <a:cs typeface="Calibri"/>
            </a:endParaRPr>
          </a:p>
          <a:p>
            <a:r>
              <a:rPr lang="en-US" sz="1400"/>
              <a:t>    https://www.sdsc.edu/systems/expanse/user_guide.html</a:t>
            </a:r>
          </a:p>
          <a:p>
            <a:endParaRPr lang="en-US" sz="1400"/>
          </a:p>
          <a:p>
            <a:r>
              <a:rPr lang="en-US" sz="1400" b="1"/>
              <a:t>[6] cppreference.com. C Standard Library: </a:t>
            </a:r>
            <a:r>
              <a:rPr lang="en-US" sz="1400" b="1" err="1"/>
              <a:t>fgets</a:t>
            </a:r>
            <a:r>
              <a:rPr lang="en-US" sz="1400" b="1"/>
              <a:t>, </a:t>
            </a:r>
            <a:r>
              <a:rPr lang="en-US" sz="1400" b="1" err="1"/>
              <a:t>fopen</a:t>
            </a:r>
            <a:r>
              <a:rPr lang="en-US" sz="1400" b="1"/>
              <a:t>, </a:t>
            </a:r>
            <a:r>
              <a:rPr lang="en-US" sz="1400" b="1" err="1"/>
              <a:t>sscanf</a:t>
            </a:r>
            <a:r>
              <a:rPr lang="en-US" sz="1400" b="1"/>
              <a:t>, File I/O Reference.</a:t>
            </a:r>
            <a:endParaRPr lang="en-US" sz="1400" b="1">
              <a:ea typeface="Calibri"/>
              <a:cs typeface="Calibri"/>
            </a:endParaRPr>
          </a:p>
          <a:p>
            <a:r>
              <a:rPr lang="en-US" sz="1400"/>
              <a:t>    https://en.cppreference.com/w/c/io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23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revision>18</cp:revision>
  <dcterms:created xsi:type="dcterms:W3CDTF">2026-04-25T00:09:28Z</dcterms:created>
  <dcterms:modified xsi:type="dcterms:W3CDTF">2026-04-27T00:10:40Z</dcterms:modified>
</cp:coreProperties>
</file>